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1"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Lst>
  <p:sldSz cy="5143500" cx="9144000"/>
  <p:notesSz cx="6858000" cy="9144000"/>
  <p:embeddedFontLst>
    <p:embeddedFont>
      <p:font typeface="Merriweather Light"/>
      <p:regular r:id="rId16"/>
      <p:bold r:id="rId17"/>
      <p:italic r:id="rId18"/>
      <p:boldItalic r:id="rId19"/>
    </p:embeddedFont>
    <p:embeddedFont>
      <p:font typeface="Montserrat"/>
      <p:regular r:id="rId20"/>
      <p:bold r:id="rId21"/>
      <p:italic r:id="rId22"/>
      <p:boldItalic r:id="rId23"/>
    </p:embeddedFont>
    <p:embeddedFont>
      <p:font typeface="Lato"/>
      <p:regular r:id="rId24"/>
      <p:bold r:id="rId25"/>
      <p:italic r:id="rId26"/>
      <p:boldItalic r:id="rId27"/>
    </p:embeddedFont>
    <p:embeddedFont>
      <p:font typeface="Open Sans SemiBold"/>
      <p:regular r:id="rId28"/>
      <p:bold r:id="rId29"/>
      <p:italic r:id="rId30"/>
      <p:boldItalic r:id="rId31"/>
    </p:embeddedFont>
    <p:embeddedFont>
      <p:font typeface="Vidaloka"/>
      <p:regular r:id="rId32"/>
    </p:embeddedFont>
    <p:embeddedFont>
      <p:font typeface="Russo One"/>
      <p:regular r:id="rId33"/>
    </p:embeddedFont>
    <p:embeddedFont>
      <p:font typeface="Mako"/>
      <p:regular r:id="rId34"/>
    </p:embeddedFont>
    <p:embeddedFont>
      <p:font typeface="Crimson Text"/>
      <p:regular r:id="rId35"/>
      <p:bold r:id="rId36"/>
      <p:italic r:id="rId37"/>
      <p:boldItalic r:id="rId38"/>
    </p:embeddedFont>
    <p:embeddedFont>
      <p:font typeface="Open Sans"/>
      <p:regular r:id="rId39"/>
      <p:bold r:id="rId40"/>
      <p:italic r:id="rId41"/>
      <p:boldItalic r:id="rId4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OpenSans-bold.fntdata"/><Relationship Id="rId42" Type="http://schemas.openxmlformats.org/officeDocument/2006/relationships/font" Target="fonts/OpenSans-boldItalic.fntdata"/><Relationship Id="rId41" Type="http://schemas.openxmlformats.org/officeDocument/2006/relationships/font" Target="fonts/OpenSans-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OpenSansSemiBold-boldItalic.fntdata"/><Relationship Id="rId30" Type="http://schemas.openxmlformats.org/officeDocument/2006/relationships/font" Target="fonts/OpenSansSemiBold-italic.fntdata"/><Relationship Id="rId33" Type="http://schemas.openxmlformats.org/officeDocument/2006/relationships/font" Target="fonts/RussoOne-regular.fntdata"/><Relationship Id="rId32" Type="http://schemas.openxmlformats.org/officeDocument/2006/relationships/font" Target="fonts/Vidaloka-regular.fntdata"/><Relationship Id="rId35" Type="http://schemas.openxmlformats.org/officeDocument/2006/relationships/font" Target="fonts/CrimsonText-regular.fntdata"/><Relationship Id="rId34" Type="http://schemas.openxmlformats.org/officeDocument/2006/relationships/font" Target="fonts/Mako-regular.fntdata"/><Relationship Id="rId37" Type="http://schemas.openxmlformats.org/officeDocument/2006/relationships/font" Target="fonts/CrimsonText-italic.fntdata"/><Relationship Id="rId36" Type="http://schemas.openxmlformats.org/officeDocument/2006/relationships/font" Target="fonts/CrimsonText-bold.fntdata"/><Relationship Id="rId39" Type="http://schemas.openxmlformats.org/officeDocument/2006/relationships/font" Target="fonts/OpenSans-regular.fntdata"/><Relationship Id="rId38" Type="http://schemas.openxmlformats.org/officeDocument/2006/relationships/font" Target="fonts/CrimsonText-boldItalic.fntdata"/><Relationship Id="rId20" Type="http://schemas.openxmlformats.org/officeDocument/2006/relationships/font" Target="fonts/Montserrat-regular.fntdata"/><Relationship Id="rId22" Type="http://schemas.openxmlformats.org/officeDocument/2006/relationships/font" Target="fonts/Montserrat-italic.fntdata"/><Relationship Id="rId21" Type="http://schemas.openxmlformats.org/officeDocument/2006/relationships/font" Target="fonts/Montserrat-bold.fntdata"/><Relationship Id="rId24" Type="http://schemas.openxmlformats.org/officeDocument/2006/relationships/font" Target="fonts/Lato-regular.fntdata"/><Relationship Id="rId23" Type="http://schemas.openxmlformats.org/officeDocument/2006/relationships/font" Target="fonts/Montserrat-boldItalic.fntdata"/><Relationship Id="rId26" Type="http://schemas.openxmlformats.org/officeDocument/2006/relationships/font" Target="fonts/Lato-italic.fntdata"/><Relationship Id="rId25" Type="http://schemas.openxmlformats.org/officeDocument/2006/relationships/font" Target="fonts/Lato-bold.fntdata"/><Relationship Id="rId28" Type="http://schemas.openxmlformats.org/officeDocument/2006/relationships/font" Target="fonts/OpenSansSemiBold-regular.fntdata"/><Relationship Id="rId27" Type="http://schemas.openxmlformats.org/officeDocument/2006/relationships/font" Target="fonts/Lato-boldItalic.fntdata"/><Relationship Id="rId29" Type="http://schemas.openxmlformats.org/officeDocument/2006/relationships/font" Target="fonts/OpenSansSemiBold-bold.fntdata"/><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font" Target="fonts/MerriweatherLight-bold.fntdata"/><Relationship Id="rId16" Type="http://schemas.openxmlformats.org/officeDocument/2006/relationships/font" Target="fonts/MerriweatherLight-regular.fntdata"/><Relationship Id="rId19" Type="http://schemas.openxmlformats.org/officeDocument/2006/relationships/font" Target="fonts/MerriweatherLight-boldItalic.fntdata"/><Relationship Id="rId18" Type="http://schemas.openxmlformats.org/officeDocument/2006/relationships/font" Target="fonts/MerriweatherLight-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476" name="Google Shape;47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g3f5250669d0_1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2" name="Google Shape;482;g3f5250669d0_1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Originally, an ARIMA model was fit to closing prices to make predictions, and plotted these predicted closing prices with the actual prices to visualize the fit. A Mean Absolute Percentage Error was also calculated for each company’s predicted closing prices to help gauge the accuracy of the model.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g3f5250669d0_9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3" name="Google Shape;493;g3f5250669d0_9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g3f5250669d0_9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4" name="Google Shape;504;g3f5250669d0_9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g3f5250669d0_9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5" name="Google Shape;515;g3f5250669d0_9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g3f5250669d0_9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2" name="Google Shape;522;g3f5250669d0_9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g3f5250669d0_1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8" name="Google Shape;528;g3f5250669d0_1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 name="Shape 533"/>
        <p:cNvGrpSpPr/>
        <p:nvPr/>
      </p:nvGrpSpPr>
      <p:grpSpPr>
        <a:xfrm>
          <a:off x="0" y="0"/>
          <a:ext cx="0" cy="0"/>
          <a:chOff x="0" y="0"/>
          <a:chExt cx="0" cy="0"/>
        </a:xfrm>
      </p:grpSpPr>
      <p:sp>
        <p:nvSpPr>
          <p:cNvPr id="534" name="Google Shape;534;g3f5250669d0_1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5" name="Google Shape;535;g3f5250669d0_1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g3f5250669d0_1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5" name="Google Shape;545;g3f5250669d0_1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g3f5250669d0_8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4" name="Google Shape;554;g3f5250669d0_8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 part 4 of the project I chose to </a:t>
            </a:r>
            <a:r>
              <a:rPr lang="en" sz="1200">
                <a:solidFill>
                  <a:srgbClr val="273540"/>
                </a:solidFill>
                <a:highlight>
                  <a:srgbClr val="FFFFFF"/>
                </a:highlight>
                <a:latin typeface="Lato"/>
                <a:ea typeface="Lato"/>
                <a:cs typeface="Lato"/>
                <a:sym typeface="Lato"/>
              </a:rPr>
              <a:t> implement real-time update feature that dynamically adjusts recommendations based on the latest data. This </a:t>
            </a:r>
            <a:r>
              <a:rPr lang="en" sz="1200">
                <a:solidFill>
                  <a:srgbClr val="273540"/>
                </a:solidFill>
                <a:highlight>
                  <a:srgbClr val="FFFFFF"/>
                </a:highlight>
                <a:latin typeface="Lato"/>
                <a:ea typeface="Lato"/>
                <a:cs typeface="Lato"/>
                <a:sym typeface="Lato"/>
              </a:rPr>
              <a:t>basically</a:t>
            </a:r>
            <a:r>
              <a:rPr lang="en" sz="1200">
                <a:solidFill>
                  <a:srgbClr val="273540"/>
                </a:solidFill>
                <a:highlight>
                  <a:srgbClr val="FFFFFF"/>
                </a:highlight>
                <a:latin typeface="Lato"/>
                <a:ea typeface="Lato"/>
                <a:cs typeface="Lato"/>
                <a:sym typeface="Lato"/>
              </a:rPr>
              <a:t> made the machine learning model cluster, predict, and and make recommendation based todays actual price history, while otherwise our model would be going off of past history. A future enhancement we can make is outlier winsorization. During the model </a:t>
            </a:r>
            <a:r>
              <a:rPr lang="en" sz="1200">
                <a:solidFill>
                  <a:srgbClr val="273540"/>
                </a:solidFill>
                <a:highlight>
                  <a:srgbClr val="FFFFFF"/>
                </a:highlight>
                <a:latin typeface="Lato"/>
                <a:ea typeface="Lato"/>
                <a:cs typeface="Lato"/>
                <a:sym typeface="Lato"/>
              </a:rPr>
              <a:t>enhancement</a:t>
            </a:r>
            <a:r>
              <a:rPr lang="en" sz="1200">
                <a:solidFill>
                  <a:srgbClr val="273540"/>
                </a:solidFill>
                <a:highlight>
                  <a:srgbClr val="FFFFFF"/>
                </a:highlight>
                <a:latin typeface="Lato"/>
                <a:ea typeface="Lato"/>
                <a:cs typeface="Lato"/>
                <a:sym typeface="Lato"/>
              </a:rPr>
              <a:t> (part two) we had to handle lots of outliers using the interquartile method therefore deleting the rows. With winsorization we </a:t>
            </a:r>
            <a:r>
              <a:rPr lang="en" sz="1200">
                <a:solidFill>
                  <a:srgbClr val="273540"/>
                </a:solidFill>
                <a:highlight>
                  <a:srgbClr val="FFFFFF"/>
                </a:highlight>
                <a:latin typeface="Lato"/>
                <a:ea typeface="Lato"/>
                <a:cs typeface="Lato"/>
                <a:sym typeface="Lato"/>
              </a:rPr>
              <a:t>don't</a:t>
            </a:r>
            <a:r>
              <a:rPr lang="en" sz="1200">
                <a:solidFill>
                  <a:srgbClr val="273540"/>
                </a:solidFill>
                <a:highlight>
                  <a:srgbClr val="FFFFFF"/>
                </a:highlight>
                <a:latin typeface="Lato"/>
                <a:ea typeface="Lato"/>
                <a:cs typeface="Lato"/>
                <a:sym typeface="Lato"/>
              </a:rPr>
              <a:t> have to delete the outliers, we just have to cap them at a certain specific limit. This capping keeps the stocks in our database, but tames the extreme values so they </a:t>
            </a:r>
            <a:r>
              <a:rPr lang="en" sz="1200">
                <a:solidFill>
                  <a:srgbClr val="273540"/>
                </a:solidFill>
                <a:highlight>
                  <a:srgbClr val="FFFFFF"/>
                </a:highlight>
                <a:latin typeface="Lato"/>
                <a:ea typeface="Lato"/>
                <a:cs typeface="Lato"/>
                <a:sym typeface="Lato"/>
              </a:rPr>
              <a:t>don't</a:t>
            </a:r>
            <a:r>
              <a:rPr lang="en" sz="1200">
                <a:solidFill>
                  <a:srgbClr val="273540"/>
                </a:solidFill>
                <a:highlight>
                  <a:srgbClr val="FFFFFF"/>
                </a:highlight>
                <a:latin typeface="Lato"/>
                <a:ea typeface="Lato"/>
                <a:cs typeface="Lato"/>
                <a:sym typeface="Lato"/>
              </a:rPr>
              <a:t> skew our model. We can also add a risk tolerance quiz, asking the user what their risk tolerance is. We can use this quiz to filter what cluster of stocks we show the user. This will help match recommendation, to a user.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g3f5250669d0_8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1" name="Google Shape;561;g3f5250669d0_8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slidesgo.com/" TargetMode="External"/><Relationship Id="rId3" Type="http://schemas.openxmlformats.org/officeDocument/2006/relationships/hyperlink" Target="https://www.flaticon.com/" TargetMode="External"/><Relationship Id="rId4" Type="http://schemas.openxmlformats.org/officeDocument/2006/relationships/hyperlink" Target="https://www.freepik.com/" TargetMode="Externa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txBox="1"/>
          <p:nvPr>
            <p:ph type="ctrTitle"/>
          </p:nvPr>
        </p:nvSpPr>
        <p:spPr>
          <a:xfrm>
            <a:off x="1039975" y="1324500"/>
            <a:ext cx="70641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65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0" name="Google Shape;10;p2"/>
          <p:cNvSpPr txBox="1"/>
          <p:nvPr>
            <p:ph idx="1" type="subTitle"/>
          </p:nvPr>
        </p:nvSpPr>
        <p:spPr>
          <a:xfrm>
            <a:off x="1040000" y="3377100"/>
            <a:ext cx="7064100" cy="4419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800"/>
              <a:buNone/>
              <a:defRPr sz="16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cxnSp>
        <p:nvCxnSpPr>
          <p:cNvPr id="11" name="Google Shape;11;p2"/>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2" name="Google Shape;12;p2"/>
          <p:cNvCxnSpPr/>
          <p:nvPr/>
        </p:nvCxnSpPr>
        <p:spPr>
          <a:xfrm flipH="1">
            <a:off x="-257975" y="-72550"/>
            <a:ext cx="3047400" cy="13464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3" name="Google Shape;13;p2"/>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4" name="Google Shape;14;p2"/>
          <p:cNvCxnSpPr/>
          <p:nvPr/>
        </p:nvCxnSpPr>
        <p:spPr>
          <a:xfrm flipH="1">
            <a:off x="6467450" y="3935375"/>
            <a:ext cx="3047400" cy="13464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txBox="1"/>
          <p:nvPr>
            <p:ph type="title"/>
          </p:nvPr>
        </p:nvSpPr>
        <p:spPr>
          <a:xfrm>
            <a:off x="867300" y="2366275"/>
            <a:ext cx="7409400" cy="818400"/>
          </a:xfrm>
          <a:prstGeom prst="rect">
            <a:avLst/>
          </a:prstGeom>
          <a:noFill/>
        </p:spPr>
        <p:txBody>
          <a:bodyPr anchorCtr="0" anchor="t" bIns="91425" lIns="91425" spcFirstLastPara="1" rIns="91425" wrap="square" tIns="91425">
            <a:noAutofit/>
          </a:bodyPr>
          <a:lstStyle>
            <a:lvl1pPr lvl="0" rtl="0" algn="ctr">
              <a:spcBef>
                <a:spcPts val="0"/>
              </a:spcBef>
              <a:spcAft>
                <a:spcPts val="0"/>
              </a:spcAft>
              <a:buClr>
                <a:schemeClr val="accent4"/>
              </a:buClr>
              <a:buSzPts val="3600"/>
              <a:buNone/>
              <a:defRPr sz="50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7" name="Google Shape;17;p3"/>
          <p:cNvSpPr txBox="1"/>
          <p:nvPr>
            <p:ph hasCustomPrompt="1" idx="2" type="title"/>
          </p:nvPr>
        </p:nvSpPr>
        <p:spPr>
          <a:xfrm>
            <a:off x="3746550" y="1339163"/>
            <a:ext cx="1650900" cy="9783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6000"/>
              <a:buNone/>
              <a:defRPr sz="7000">
                <a:solidFill>
                  <a:schemeClr val="accent1"/>
                </a:solidFill>
              </a:defRPr>
            </a:lvl1pPr>
            <a:lvl2pPr lvl="1" rtl="0" algn="ctr">
              <a:spcBef>
                <a:spcPts val="0"/>
              </a:spcBef>
              <a:spcAft>
                <a:spcPts val="0"/>
              </a:spcAft>
              <a:buSzPts val="6000"/>
              <a:buNone/>
              <a:defRPr b="1" sz="6000"/>
            </a:lvl2pPr>
            <a:lvl3pPr lvl="2" rtl="0" algn="ctr">
              <a:spcBef>
                <a:spcPts val="0"/>
              </a:spcBef>
              <a:spcAft>
                <a:spcPts val="0"/>
              </a:spcAft>
              <a:buSzPts val="6000"/>
              <a:buNone/>
              <a:defRPr b="1" sz="6000"/>
            </a:lvl3pPr>
            <a:lvl4pPr lvl="3" rtl="0" algn="ctr">
              <a:spcBef>
                <a:spcPts val="0"/>
              </a:spcBef>
              <a:spcAft>
                <a:spcPts val="0"/>
              </a:spcAft>
              <a:buSzPts val="6000"/>
              <a:buNone/>
              <a:defRPr b="1" sz="6000"/>
            </a:lvl4pPr>
            <a:lvl5pPr lvl="4" rtl="0" algn="ctr">
              <a:spcBef>
                <a:spcPts val="0"/>
              </a:spcBef>
              <a:spcAft>
                <a:spcPts val="0"/>
              </a:spcAft>
              <a:buSzPts val="6000"/>
              <a:buNone/>
              <a:defRPr b="1" sz="6000"/>
            </a:lvl5pPr>
            <a:lvl6pPr lvl="5" rtl="0" algn="ctr">
              <a:spcBef>
                <a:spcPts val="0"/>
              </a:spcBef>
              <a:spcAft>
                <a:spcPts val="0"/>
              </a:spcAft>
              <a:buSzPts val="6000"/>
              <a:buNone/>
              <a:defRPr b="1" sz="6000"/>
            </a:lvl6pPr>
            <a:lvl7pPr lvl="6" rtl="0" algn="ctr">
              <a:spcBef>
                <a:spcPts val="0"/>
              </a:spcBef>
              <a:spcAft>
                <a:spcPts val="0"/>
              </a:spcAft>
              <a:buSzPts val="6000"/>
              <a:buNone/>
              <a:defRPr b="1" sz="6000"/>
            </a:lvl7pPr>
            <a:lvl8pPr lvl="7" rtl="0" algn="ctr">
              <a:spcBef>
                <a:spcPts val="0"/>
              </a:spcBef>
              <a:spcAft>
                <a:spcPts val="0"/>
              </a:spcAft>
              <a:buSzPts val="6000"/>
              <a:buNone/>
              <a:defRPr b="1" sz="6000"/>
            </a:lvl8pPr>
            <a:lvl9pPr lvl="8" rtl="0" algn="ctr">
              <a:spcBef>
                <a:spcPts val="0"/>
              </a:spcBef>
              <a:spcAft>
                <a:spcPts val="0"/>
              </a:spcAft>
              <a:buSzPts val="6000"/>
              <a:buNone/>
              <a:defRPr b="1" sz="6000"/>
            </a:lvl9pPr>
          </a:lstStyle>
          <a:p>
            <a:r>
              <a:t>xx%</a:t>
            </a:r>
          </a:p>
        </p:txBody>
      </p:sp>
      <p:sp>
        <p:nvSpPr>
          <p:cNvPr id="18" name="Google Shape;18;p3"/>
          <p:cNvSpPr txBox="1"/>
          <p:nvPr>
            <p:ph idx="1" type="subTitle"/>
          </p:nvPr>
        </p:nvSpPr>
        <p:spPr>
          <a:xfrm>
            <a:off x="2291400" y="3305275"/>
            <a:ext cx="4561200" cy="393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cxnSp>
        <p:nvCxnSpPr>
          <p:cNvPr id="19" name="Google Shape;19;p3"/>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0" name="Google Shape;20;p3"/>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1" name="Google Shape;21;p3"/>
          <p:cNvCxnSpPr/>
          <p:nvPr/>
        </p:nvCxnSpPr>
        <p:spPr>
          <a:xfrm flipH="1">
            <a:off x="7948925" y="3979775"/>
            <a:ext cx="1378500" cy="12363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22" name="Google Shape;22;p3"/>
          <p:cNvCxnSpPr/>
          <p:nvPr/>
        </p:nvCxnSpPr>
        <p:spPr>
          <a:xfrm flipH="1">
            <a:off x="-112875" y="-88700"/>
            <a:ext cx="1418700" cy="10644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txBox="1"/>
          <p:nvPr>
            <p:ph type="title"/>
          </p:nvPr>
        </p:nvSpPr>
        <p:spPr>
          <a:xfrm>
            <a:off x="713225" y="445025"/>
            <a:ext cx="47115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5" name="Google Shape;25;p4"/>
          <p:cNvSpPr txBox="1"/>
          <p:nvPr>
            <p:ph idx="1" type="body"/>
          </p:nvPr>
        </p:nvSpPr>
        <p:spPr>
          <a:xfrm>
            <a:off x="713250" y="1272925"/>
            <a:ext cx="7717500" cy="3295800"/>
          </a:xfrm>
          <a:prstGeom prst="rect">
            <a:avLst/>
          </a:prstGeom>
        </p:spPr>
        <p:txBody>
          <a:bodyPr anchorCtr="0" anchor="t" bIns="91425" lIns="91425" spcFirstLastPara="1" rIns="91425" wrap="square" tIns="91425">
            <a:noAutofit/>
          </a:bodyPr>
          <a:lstStyle>
            <a:lvl1pPr indent="-342900" lvl="0" marL="457200">
              <a:lnSpc>
                <a:spcPct val="100000"/>
              </a:lnSpc>
              <a:spcBef>
                <a:spcPts val="0"/>
              </a:spcBef>
              <a:spcAft>
                <a:spcPts val="0"/>
              </a:spcAft>
              <a:buClr>
                <a:schemeClr val="dk1"/>
              </a:buClr>
              <a:buSzPts val="1800"/>
              <a:buFont typeface="Lato"/>
              <a:buChar char="●"/>
              <a:defRPr sz="1100"/>
            </a:lvl1pPr>
            <a:lvl2pPr indent="-317500" lvl="1" marL="914400">
              <a:spcBef>
                <a:spcPts val="0"/>
              </a:spcBef>
              <a:spcAft>
                <a:spcPts val="0"/>
              </a:spcAft>
              <a:buClr>
                <a:schemeClr val="dk1"/>
              </a:buClr>
              <a:buSzPts val="1400"/>
              <a:buFont typeface="Lato"/>
              <a:buChar char="○"/>
              <a:defRPr/>
            </a:lvl2pPr>
            <a:lvl3pPr indent="-317500" lvl="2" marL="1371600">
              <a:spcBef>
                <a:spcPts val="0"/>
              </a:spcBef>
              <a:spcAft>
                <a:spcPts val="0"/>
              </a:spcAft>
              <a:buClr>
                <a:schemeClr val="dk1"/>
              </a:buClr>
              <a:buSzPts val="1400"/>
              <a:buFont typeface="Lato"/>
              <a:buChar char="■"/>
              <a:defRPr/>
            </a:lvl3pPr>
            <a:lvl4pPr indent="-317500" lvl="3" marL="1828800">
              <a:spcBef>
                <a:spcPts val="0"/>
              </a:spcBef>
              <a:spcAft>
                <a:spcPts val="0"/>
              </a:spcAft>
              <a:buClr>
                <a:schemeClr val="dk1"/>
              </a:buClr>
              <a:buSzPts val="1400"/>
              <a:buFont typeface="Lato"/>
              <a:buChar char="●"/>
              <a:defRPr/>
            </a:lvl4pPr>
            <a:lvl5pPr indent="-317500" lvl="4" marL="2286000">
              <a:spcBef>
                <a:spcPts val="0"/>
              </a:spcBef>
              <a:spcAft>
                <a:spcPts val="0"/>
              </a:spcAft>
              <a:buClr>
                <a:schemeClr val="dk1"/>
              </a:buClr>
              <a:buSzPts val="1400"/>
              <a:buFont typeface="Lato"/>
              <a:buChar char="○"/>
              <a:defRPr/>
            </a:lvl5pPr>
            <a:lvl6pPr indent="-317500" lvl="5" marL="2743200">
              <a:spcBef>
                <a:spcPts val="0"/>
              </a:spcBef>
              <a:spcAft>
                <a:spcPts val="0"/>
              </a:spcAft>
              <a:buClr>
                <a:schemeClr val="dk1"/>
              </a:buClr>
              <a:buSzPts val="1400"/>
              <a:buFont typeface="Lato"/>
              <a:buChar char="■"/>
              <a:defRPr/>
            </a:lvl6pPr>
            <a:lvl7pPr indent="-317500" lvl="6" marL="3200400">
              <a:spcBef>
                <a:spcPts val="0"/>
              </a:spcBef>
              <a:spcAft>
                <a:spcPts val="0"/>
              </a:spcAft>
              <a:buClr>
                <a:schemeClr val="dk1"/>
              </a:buClr>
              <a:buSzPts val="1400"/>
              <a:buFont typeface="Lato"/>
              <a:buChar char="●"/>
              <a:defRPr/>
            </a:lvl7pPr>
            <a:lvl8pPr indent="-317500" lvl="7" marL="3657600">
              <a:spcBef>
                <a:spcPts val="0"/>
              </a:spcBef>
              <a:spcAft>
                <a:spcPts val="0"/>
              </a:spcAft>
              <a:buClr>
                <a:schemeClr val="dk1"/>
              </a:buClr>
              <a:buSzPts val="1400"/>
              <a:buFont typeface="Lato"/>
              <a:buChar char="○"/>
              <a:defRPr/>
            </a:lvl8pPr>
            <a:lvl9pPr indent="-317500" lvl="8" marL="4114800">
              <a:spcBef>
                <a:spcPts val="0"/>
              </a:spcBef>
              <a:spcAft>
                <a:spcPts val="0"/>
              </a:spcAft>
              <a:buClr>
                <a:schemeClr val="dk1"/>
              </a:buClr>
              <a:buSzPts val="1400"/>
              <a:buFont typeface="Lato"/>
              <a:buChar char="■"/>
              <a:defRPr/>
            </a:lvl9pPr>
          </a:lstStyle>
          <a:p/>
        </p:txBody>
      </p:sp>
      <p:cxnSp>
        <p:nvCxnSpPr>
          <p:cNvPr id="26" name="Google Shape;26;p4"/>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7" name="Google Shape;27;p4"/>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8" name="Google Shape;28;p4"/>
          <p:cNvCxnSpPr/>
          <p:nvPr/>
        </p:nvCxnSpPr>
        <p:spPr>
          <a:xfrm>
            <a:off x="6884900" y="-113600"/>
            <a:ext cx="2565600" cy="13062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9" name="Shape 29"/>
        <p:cNvGrpSpPr/>
        <p:nvPr/>
      </p:nvGrpSpPr>
      <p:grpSpPr>
        <a:xfrm>
          <a:off x="0" y="0"/>
          <a:ext cx="0" cy="0"/>
          <a:chOff x="0" y="0"/>
          <a:chExt cx="0" cy="0"/>
        </a:xfrm>
      </p:grpSpPr>
      <p:sp>
        <p:nvSpPr>
          <p:cNvPr id="30" name="Google Shape;30;p5"/>
          <p:cNvSpPr txBox="1"/>
          <p:nvPr>
            <p:ph type="title"/>
          </p:nvPr>
        </p:nvSpPr>
        <p:spPr>
          <a:xfrm>
            <a:off x="713225" y="445025"/>
            <a:ext cx="56811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1" name="Google Shape;31;p5"/>
          <p:cNvSpPr txBox="1"/>
          <p:nvPr>
            <p:ph idx="1" type="subTitle"/>
          </p:nvPr>
        </p:nvSpPr>
        <p:spPr>
          <a:xfrm>
            <a:off x="5038975" y="2551449"/>
            <a:ext cx="2486100" cy="501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SzPts val="2400"/>
              <a:buFont typeface="Vidaloka"/>
              <a:buNone/>
              <a:defRPr b="1" sz="2400">
                <a:latin typeface="Vidaloka"/>
                <a:ea typeface="Vidaloka"/>
                <a:cs typeface="Vidaloka"/>
                <a:sym typeface="Vidaloka"/>
              </a:defRPr>
            </a:lvl2pPr>
            <a:lvl3pPr lvl="2" rtl="0" algn="ctr">
              <a:spcBef>
                <a:spcPts val="0"/>
              </a:spcBef>
              <a:spcAft>
                <a:spcPts val="0"/>
              </a:spcAft>
              <a:buSzPts val="2400"/>
              <a:buFont typeface="Vidaloka"/>
              <a:buNone/>
              <a:defRPr b="1" sz="2400">
                <a:latin typeface="Vidaloka"/>
                <a:ea typeface="Vidaloka"/>
                <a:cs typeface="Vidaloka"/>
                <a:sym typeface="Vidaloka"/>
              </a:defRPr>
            </a:lvl3pPr>
            <a:lvl4pPr lvl="3" rtl="0" algn="ctr">
              <a:spcBef>
                <a:spcPts val="0"/>
              </a:spcBef>
              <a:spcAft>
                <a:spcPts val="0"/>
              </a:spcAft>
              <a:buSzPts val="2400"/>
              <a:buFont typeface="Vidaloka"/>
              <a:buNone/>
              <a:defRPr b="1" sz="2400">
                <a:latin typeface="Vidaloka"/>
                <a:ea typeface="Vidaloka"/>
                <a:cs typeface="Vidaloka"/>
                <a:sym typeface="Vidaloka"/>
              </a:defRPr>
            </a:lvl4pPr>
            <a:lvl5pPr lvl="4" rtl="0" algn="ctr">
              <a:spcBef>
                <a:spcPts val="0"/>
              </a:spcBef>
              <a:spcAft>
                <a:spcPts val="0"/>
              </a:spcAft>
              <a:buSzPts val="2400"/>
              <a:buFont typeface="Vidaloka"/>
              <a:buNone/>
              <a:defRPr b="1" sz="2400">
                <a:latin typeface="Vidaloka"/>
                <a:ea typeface="Vidaloka"/>
                <a:cs typeface="Vidaloka"/>
                <a:sym typeface="Vidaloka"/>
              </a:defRPr>
            </a:lvl5pPr>
            <a:lvl6pPr lvl="5" rtl="0" algn="ctr">
              <a:spcBef>
                <a:spcPts val="0"/>
              </a:spcBef>
              <a:spcAft>
                <a:spcPts val="0"/>
              </a:spcAft>
              <a:buSzPts val="2400"/>
              <a:buFont typeface="Vidaloka"/>
              <a:buNone/>
              <a:defRPr b="1" sz="2400">
                <a:latin typeface="Vidaloka"/>
                <a:ea typeface="Vidaloka"/>
                <a:cs typeface="Vidaloka"/>
                <a:sym typeface="Vidaloka"/>
              </a:defRPr>
            </a:lvl6pPr>
            <a:lvl7pPr lvl="6" rtl="0" algn="ctr">
              <a:spcBef>
                <a:spcPts val="0"/>
              </a:spcBef>
              <a:spcAft>
                <a:spcPts val="0"/>
              </a:spcAft>
              <a:buSzPts val="2400"/>
              <a:buFont typeface="Vidaloka"/>
              <a:buNone/>
              <a:defRPr b="1" sz="2400">
                <a:latin typeface="Vidaloka"/>
                <a:ea typeface="Vidaloka"/>
                <a:cs typeface="Vidaloka"/>
                <a:sym typeface="Vidaloka"/>
              </a:defRPr>
            </a:lvl7pPr>
            <a:lvl8pPr lvl="7" rtl="0" algn="ctr">
              <a:spcBef>
                <a:spcPts val="0"/>
              </a:spcBef>
              <a:spcAft>
                <a:spcPts val="0"/>
              </a:spcAft>
              <a:buSzPts val="2400"/>
              <a:buFont typeface="Vidaloka"/>
              <a:buNone/>
              <a:defRPr b="1" sz="2400">
                <a:latin typeface="Vidaloka"/>
                <a:ea typeface="Vidaloka"/>
                <a:cs typeface="Vidaloka"/>
                <a:sym typeface="Vidaloka"/>
              </a:defRPr>
            </a:lvl8pPr>
            <a:lvl9pPr lvl="8" rtl="0" algn="ctr">
              <a:spcBef>
                <a:spcPts val="0"/>
              </a:spcBef>
              <a:spcAft>
                <a:spcPts val="0"/>
              </a:spcAft>
              <a:buSzPts val="2400"/>
              <a:buFont typeface="Vidaloka"/>
              <a:buNone/>
              <a:defRPr b="1" sz="2400">
                <a:latin typeface="Vidaloka"/>
                <a:ea typeface="Vidaloka"/>
                <a:cs typeface="Vidaloka"/>
                <a:sym typeface="Vidaloka"/>
              </a:defRPr>
            </a:lvl9pPr>
          </a:lstStyle>
          <a:p/>
        </p:txBody>
      </p:sp>
      <p:sp>
        <p:nvSpPr>
          <p:cNvPr id="32" name="Google Shape;32;p5"/>
          <p:cNvSpPr txBox="1"/>
          <p:nvPr>
            <p:ph idx="2" type="subTitle"/>
          </p:nvPr>
        </p:nvSpPr>
        <p:spPr>
          <a:xfrm>
            <a:off x="5038975" y="2961200"/>
            <a:ext cx="2486100" cy="902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3" name="Google Shape;33;p5"/>
          <p:cNvSpPr txBox="1"/>
          <p:nvPr>
            <p:ph idx="3" type="subTitle"/>
          </p:nvPr>
        </p:nvSpPr>
        <p:spPr>
          <a:xfrm>
            <a:off x="1693175" y="2551449"/>
            <a:ext cx="2486100" cy="501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SzPts val="2400"/>
              <a:buFont typeface="Vidaloka"/>
              <a:buNone/>
              <a:defRPr b="1" sz="2400">
                <a:latin typeface="Vidaloka"/>
                <a:ea typeface="Vidaloka"/>
                <a:cs typeface="Vidaloka"/>
                <a:sym typeface="Vidaloka"/>
              </a:defRPr>
            </a:lvl2pPr>
            <a:lvl3pPr lvl="2" rtl="0" algn="ctr">
              <a:spcBef>
                <a:spcPts val="0"/>
              </a:spcBef>
              <a:spcAft>
                <a:spcPts val="0"/>
              </a:spcAft>
              <a:buSzPts val="2400"/>
              <a:buFont typeface="Vidaloka"/>
              <a:buNone/>
              <a:defRPr b="1" sz="2400">
                <a:latin typeface="Vidaloka"/>
                <a:ea typeface="Vidaloka"/>
                <a:cs typeface="Vidaloka"/>
                <a:sym typeface="Vidaloka"/>
              </a:defRPr>
            </a:lvl3pPr>
            <a:lvl4pPr lvl="3" rtl="0" algn="ctr">
              <a:spcBef>
                <a:spcPts val="0"/>
              </a:spcBef>
              <a:spcAft>
                <a:spcPts val="0"/>
              </a:spcAft>
              <a:buSzPts val="2400"/>
              <a:buFont typeface="Vidaloka"/>
              <a:buNone/>
              <a:defRPr b="1" sz="2400">
                <a:latin typeface="Vidaloka"/>
                <a:ea typeface="Vidaloka"/>
                <a:cs typeface="Vidaloka"/>
                <a:sym typeface="Vidaloka"/>
              </a:defRPr>
            </a:lvl4pPr>
            <a:lvl5pPr lvl="4" rtl="0" algn="ctr">
              <a:spcBef>
                <a:spcPts val="0"/>
              </a:spcBef>
              <a:spcAft>
                <a:spcPts val="0"/>
              </a:spcAft>
              <a:buSzPts val="2400"/>
              <a:buFont typeface="Vidaloka"/>
              <a:buNone/>
              <a:defRPr b="1" sz="2400">
                <a:latin typeface="Vidaloka"/>
                <a:ea typeface="Vidaloka"/>
                <a:cs typeface="Vidaloka"/>
                <a:sym typeface="Vidaloka"/>
              </a:defRPr>
            </a:lvl5pPr>
            <a:lvl6pPr lvl="5" rtl="0" algn="ctr">
              <a:spcBef>
                <a:spcPts val="0"/>
              </a:spcBef>
              <a:spcAft>
                <a:spcPts val="0"/>
              </a:spcAft>
              <a:buSzPts val="2400"/>
              <a:buFont typeface="Vidaloka"/>
              <a:buNone/>
              <a:defRPr b="1" sz="2400">
                <a:latin typeface="Vidaloka"/>
                <a:ea typeface="Vidaloka"/>
                <a:cs typeface="Vidaloka"/>
                <a:sym typeface="Vidaloka"/>
              </a:defRPr>
            </a:lvl6pPr>
            <a:lvl7pPr lvl="6" rtl="0" algn="ctr">
              <a:spcBef>
                <a:spcPts val="0"/>
              </a:spcBef>
              <a:spcAft>
                <a:spcPts val="0"/>
              </a:spcAft>
              <a:buSzPts val="2400"/>
              <a:buFont typeface="Vidaloka"/>
              <a:buNone/>
              <a:defRPr b="1" sz="2400">
                <a:latin typeface="Vidaloka"/>
                <a:ea typeface="Vidaloka"/>
                <a:cs typeface="Vidaloka"/>
                <a:sym typeface="Vidaloka"/>
              </a:defRPr>
            </a:lvl7pPr>
            <a:lvl8pPr lvl="7" rtl="0" algn="ctr">
              <a:spcBef>
                <a:spcPts val="0"/>
              </a:spcBef>
              <a:spcAft>
                <a:spcPts val="0"/>
              </a:spcAft>
              <a:buSzPts val="2400"/>
              <a:buFont typeface="Vidaloka"/>
              <a:buNone/>
              <a:defRPr b="1" sz="2400">
                <a:latin typeface="Vidaloka"/>
                <a:ea typeface="Vidaloka"/>
                <a:cs typeface="Vidaloka"/>
                <a:sym typeface="Vidaloka"/>
              </a:defRPr>
            </a:lvl8pPr>
            <a:lvl9pPr lvl="8" rtl="0" algn="ctr">
              <a:spcBef>
                <a:spcPts val="0"/>
              </a:spcBef>
              <a:spcAft>
                <a:spcPts val="0"/>
              </a:spcAft>
              <a:buSzPts val="2400"/>
              <a:buFont typeface="Vidaloka"/>
              <a:buNone/>
              <a:defRPr b="1" sz="2400">
                <a:latin typeface="Vidaloka"/>
                <a:ea typeface="Vidaloka"/>
                <a:cs typeface="Vidaloka"/>
                <a:sym typeface="Vidaloka"/>
              </a:defRPr>
            </a:lvl9pPr>
          </a:lstStyle>
          <a:p/>
        </p:txBody>
      </p:sp>
      <p:sp>
        <p:nvSpPr>
          <p:cNvPr id="34" name="Google Shape;34;p5"/>
          <p:cNvSpPr txBox="1"/>
          <p:nvPr>
            <p:ph idx="4" type="subTitle"/>
          </p:nvPr>
        </p:nvSpPr>
        <p:spPr>
          <a:xfrm>
            <a:off x="1693175" y="2961200"/>
            <a:ext cx="2486100" cy="902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cxnSp>
        <p:nvCxnSpPr>
          <p:cNvPr id="35" name="Google Shape;35;p5"/>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6" name="Google Shape;36;p5"/>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7" name="Google Shape;37;p5"/>
          <p:cNvCxnSpPr/>
          <p:nvPr/>
        </p:nvCxnSpPr>
        <p:spPr>
          <a:xfrm flipH="1">
            <a:off x="6935750" y="3931325"/>
            <a:ext cx="2549400" cy="13545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8" name="Shape 38"/>
        <p:cNvGrpSpPr/>
        <p:nvPr/>
      </p:nvGrpSpPr>
      <p:grpSpPr>
        <a:xfrm>
          <a:off x="0" y="0"/>
          <a:ext cx="0" cy="0"/>
          <a:chOff x="0" y="0"/>
          <a:chExt cx="0" cy="0"/>
        </a:xfrm>
      </p:grpSpPr>
      <p:sp>
        <p:nvSpPr>
          <p:cNvPr id="39" name="Google Shape;39;p6"/>
          <p:cNvSpPr txBox="1"/>
          <p:nvPr>
            <p:ph type="title"/>
          </p:nvPr>
        </p:nvSpPr>
        <p:spPr>
          <a:xfrm>
            <a:off x="713225" y="445025"/>
            <a:ext cx="77175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cxnSp>
        <p:nvCxnSpPr>
          <p:cNvPr id="40" name="Google Shape;40;p6"/>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1" name="Google Shape;41;p6"/>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2" name="Shape 42"/>
        <p:cNvGrpSpPr/>
        <p:nvPr/>
      </p:nvGrpSpPr>
      <p:grpSpPr>
        <a:xfrm>
          <a:off x="0" y="0"/>
          <a:ext cx="0" cy="0"/>
          <a:chOff x="0" y="0"/>
          <a:chExt cx="0" cy="0"/>
        </a:xfrm>
      </p:grpSpPr>
      <p:sp>
        <p:nvSpPr>
          <p:cNvPr id="43" name="Google Shape;43;p7"/>
          <p:cNvSpPr txBox="1"/>
          <p:nvPr>
            <p:ph idx="1" type="subTitle"/>
          </p:nvPr>
        </p:nvSpPr>
        <p:spPr>
          <a:xfrm>
            <a:off x="2247500" y="1433050"/>
            <a:ext cx="1838100" cy="3570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b="1"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b="1"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b="1"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b="1"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b="1"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b="1"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b="1"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b="1" sz="2400">
                <a:solidFill>
                  <a:schemeClr val="accent1"/>
                </a:solidFill>
                <a:latin typeface="Vidaloka"/>
                <a:ea typeface="Vidaloka"/>
                <a:cs typeface="Vidaloka"/>
                <a:sym typeface="Vidaloka"/>
              </a:defRPr>
            </a:lvl9pPr>
          </a:lstStyle>
          <a:p/>
        </p:txBody>
      </p:sp>
      <p:sp>
        <p:nvSpPr>
          <p:cNvPr id="44" name="Google Shape;44;p7"/>
          <p:cNvSpPr txBox="1"/>
          <p:nvPr>
            <p:ph idx="2" type="subTitle"/>
          </p:nvPr>
        </p:nvSpPr>
        <p:spPr>
          <a:xfrm>
            <a:off x="2247500" y="1790050"/>
            <a:ext cx="5160300" cy="2754000"/>
          </a:xfrm>
          <a:prstGeom prst="rect">
            <a:avLst/>
          </a:prstGeom>
        </p:spPr>
        <p:txBody>
          <a:bodyPr anchorCtr="0" anchor="t" bIns="91425" lIns="91425" spcFirstLastPara="1" rIns="91425" wrap="square" tIns="91425">
            <a:noAutofit/>
          </a:bodyPr>
          <a:lstStyle>
            <a:lvl1pPr lvl="0" marR="50800" rtl="0">
              <a:lnSpc>
                <a:spcPct val="166000"/>
              </a:lnSpc>
              <a:spcBef>
                <a:spcPts val="0"/>
              </a:spcBef>
              <a:spcAft>
                <a:spcPts val="0"/>
              </a:spcAft>
              <a:buClr>
                <a:schemeClr val="accent1"/>
              </a:buClr>
              <a:buSzPts val="1400"/>
              <a:buChar char="●"/>
              <a:defRPr sz="1400">
                <a:solidFill>
                  <a:srgbClr val="374957"/>
                </a:solidFill>
              </a:defRPr>
            </a:lvl1pPr>
            <a:lvl2pPr lvl="1" rtl="0" algn="ctr">
              <a:spcBef>
                <a:spcPts val="0"/>
              </a:spcBef>
              <a:spcAft>
                <a:spcPts val="0"/>
              </a:spcAft>
              <a:buClr>
                <a:schemeClr val="dk1"/>
              </a:buClr>
              <a:buSzPts val="1400"/>
              <a:buChar char="○"/>
              <a:defRPr/>
            </a:lvl2pPr>
            <a:lvl3pPr lvl="2" rtl="0" algn="ctr">
              <a:spcBef>
                <a:spcPts val="0"/>
              </a:spcBef>
              <a:spcAft>
                <a:spcPts val="0"/>
              </a:spcAft>
              <a:buClr>
                <a:schemeClr val="dk1"/>
              </a:buClr>
              <a:buSzPts val="1400"/>
              <a:buChar char="■"/>
              <a:defRPr/>
            </a:lvl3pPr>
            <a:lvl4pPr lvl="3" rtl="0" algn="ctr">
              <a:spcBef>
                <a:spcPts val="0"/>
              </a:spcBef>
              <a:spcAft>
                <a:spcPts val="0"/>
              </a:spcAft>
              <a:buClr>
                <a:schemeClr val="dk1"/>
              </a:buClr>
              <a:buSzPts val="1400"/>
              <a:buChar char="●"/>
              <a:defRPr/>
            </a:lvl4pPr>
            <a:lvl5pPr lvl="4" rtl="0" algn="ctr">
              <a:spcBef>
                <a:spcPts val="0"/>
              </a:spcBef>
              <a:spcAft>
                <a:spcPts val="0"/>
              </a:spcAft>
              <a:buClr>
                <a:schemeClr val="dk1"/>
              </a:buClr>
              <a:buSzPts val="1400"/>
              <a:buChar char="○"/>
              <a:defRPr/>
            </a:lvl5pPr>
            <a:lvl6pPr lvl="5" rtl="0" algn="ctr">
              <a:spcBef>
                <a:spcPts val="0"/>
              </a:spcBef>
              <a:spcAft>
                <a:spcPts val="0"/>
              </a:spcAft>
              <a:buClr>
                <a:schemeClr val="dk1"/>
              </a:buClr>
              <a:buSzPts val="1400"/>
              <a:buChar char="■"/>
              <a:defRPr/>
            </a:lvl6pPr>
            <a:lvl7pPr lvl="6" rtl="0" algn="ctr">
              <a:spcBef>
                <a:spcPts val="0"/>
              </a:spcBef>
              <a:spcAft>
                <a:spcPts val="0"/>
              </a:spcAft>
              <a:buClr>
                <a:schemeClr val="dk1"/>
              </a:buClr>
              <a:buSzPts val="1400"/>
              <a:buChar char="●"/>
              <a:defRPr/>
            </a:lvl7pPr>
            <a:lvl8pPr lvl="7" rtl="0" algn="ctr">
              <a:spcBef>
                <a:spcPts val="0"/>
              </a:spcBef>
              <a:spcAft>
                <a:spcPts val="0"/>
              </a:spcAft>
              <a:buClr>
                <a:schemeClr val="dk1"/>
              </a:buClr>
              <a:buSzPts val="1400"/>
              <a:buChar char="○"/>
              <a:defRPr/>
            </a:lvl8pPr>
            <a:lvl9pPr lvl="8" rtl="0" algn="ctr">
              <a:spcBef>
                <a:spcPts val="0"/>
              </a:spcBef>
              <a:spcAft>
                <a:spcPts val="0"/>
              </a:spcAft>
              <a:buClr>
                <a:schemeClr val="dk1"/>
              </a:buClr>
              <a:buSzPts val="1400"/>
              <a:buChar char="■"/>
              <a:defRPr/>
            </a:lvl9pPr>
          </a:lstStyle>
          <a:p/>
        </p:txBody>
      </p:sp>
      <p:sp>
        <p:nvSpPr>
          <p:cNvPr id="45" name="Google Shape;45;p7"/>
          <p:cNvSpPr txBox="1"/>
          <p:nvPr>
            <p:ph type="title"/>
          </p:nvPr>
        </p:nvSpPr>
        <p:spPr>
          <a:xfrm>
            <a:off x="713225" y="445025"/>
            <a:ext cx="42972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cxnSp>
        <p:nvCxnSpPr>
          <p:cNvPr id="46" name="Google Shape;46;p7"/>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7" name="Google Shape;47;p7"/>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8" name="Shape 48"/>
        <p:cNvGrpSpPr/>
        <p:nvPr/>
      </p:nvGrpSpPr>
      <p:grpSpPr>
        <a:xfrm>
          <a:off x="0" y="0"/>
          <a:ext cx="0" cy="0"/>
          <a:chOff x="0" y="0"/>
          <a:chExt cx="0" cy="0"/>
        </a:xfrm>
      </p:grpSpPr>
      <p:sp>
        <p:nvSpPr>
          <p:cNvPr id="49" name="Google Shape;49;p8"/>
          <p:cNvSpPr txBox="1"/>
          <p:nvPr>
            <p:ph type="title"/>
          </p:nvPr>
        </p:nvSpPr>
        <p:spPr>
          <a:xfrm>
            <a:off x="1122500" y="1073000"/>
            <a:ext cx="6899100" cy="28566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4800"/>
              <a:buNone/>
              <a:defRPr sz="96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cxnSp>
        <p:nvCxnSpPr>
          <p:cNvPr id="50" name="Google Shape;50;p8"/>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51" name="Google Shape;51;p8"/>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52" name="Google Shape;52;p8"/>
          <p:cNvCxnSpPr/>
          <p:nvPr/>
        </p:nvCxnSpPr>
        <p:spPr>
          <a:xfrm flipH="1">
            <a:off x="7093250" y="3935075"/>
            <a:ext cx="2332800" cy="1347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53" name="Google Shape;53;p8"/>
          <p:cNvCxnSpPr/>
          <p:nvPr/>
        </p:nvCxnSpPr>
        <p:spPr>
          <a:xfrm flipH="1">
            <a:off x="-420450" y="-121600"/>
            <a:ext cx="2332800" cy="1347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4" name="Shape 54"/>
        <p:cNvGrpSpPr/>
        <p:nvPr/>
      </p:nvGrpSpPr>
      <p:grpSpPr>
        <a:xfrm>
          <a:off x="0" y="0"/>
          <a:ext cx="0" cy="0"/>
          <a:chOff x="0" y="0"/>
          <a:chExt cx="0" cy="0"/>
        </a:xfrm>
      </p:grpSpPr>
      <p:sp>
        <p:nvSpPr>
          <p:cNvPr id="55" name="Google Shape;55;p9"/>
          <p:cNvSpPr txBox="1"/>
          <p:nvPr>
            <p:ph idx="1" type="subTitle"/>
          </p:nvPr>
        </p:nvSpPr>
        <p:spPr>
          <a:xfrm>
            <a:off x="895950" y="1682000"/>
            <a:ext cx="3847200" cy="2379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accent1"/>
              </a:buClr>
              <a:buSzPts val="1400"/>
              <a:buChar char="●"/>
              <a:defRPr sz="1400"/>
            </a:lvl1pPr>
            <a:lvl2pPr lvl="1" rtl="0" algn="ctr">
              <a:spcBef>
                <a:spcPts val="0"/>
              </a:spcBef>
              <a:spcAft>
                <a:spcPts val="0"/>
              </a:spcAft>
              <a:buSzPts val="1400"/>
              <a:buChar char="○"/>
              <a:defRPr/>
            </a:lvl2pPr>
            <a:lvl3pPr lvl="2" rtl="0" algn="ctr">
              <a:spcBef>
                <a:spcPts val="0"/>
              </a:spcBef>
              <a:spcAft>
                <a:spcPts val="0"/>
              </a:spcAft>
              <a:buSzPts val="1400"/>
              <a:buChar char="■"/>
              <a:defRPr/>
            </a:lvl3pPr>
            <a:lvl4pPr lvl="3" rtl="0" algn="ctr">
              <a:spcBef>
                <a:spcPts val="0"/>
              </a:spcBef>
              <a:spcAft>
                <a:spcPts val="0"/>
              </a:spcAft>
              <a:buSzPts val="1400"/>
              <a:buChar char="●"/>
              <a:defRPr/>
            </a:lvl4pPr>
            <a:lvl5pPr lvl="4" rtl="0" algn="ctr">
              <a:spcBef>
                <a:spcPts val="0"/>
              </a:spcBef>
              <a:spcAft>
                <a:spcPts val="0"/>
              </a:spcAft>
              <a:buSzPts val="1400"/>
              <a:buChar char="○"/>
              <a:defRPr/>
            </a:lvl5pPr>
            <a:lvl6pPr lvl="5" rtl="0" algn="ctr">
              <a:spcBef>
                <a:spcPts val="0"/>
              </a:spcBef>
              <a:spcAft>
                <a:spcPts val="0"/>
              </a:spcAft>
              <a:buSzPts val="1400"/>
              <a:buChar char="■"/>
              <a:defRPr/>
            </a:lvl6pPr>
            <a:lvl7pPr lvl="6" rtl="0" algn="ctr">
              <a:spcBef>
                <a:spcPts val="0"/>
              </a:spcBef>
              <a:spcAft>
                <a:spcPts val="0"/>
              </a:spcAft>
              <a:buSzPts val="1400"/>
              <a:buChar char="●"/>
              <a:defRPr/>
            </a:lvl7pPr>
            <a:lvl8pPr lvl="7" rtl="0" algn="ctr">
              <a:spcBef>
                <a:spcPts val="0"/>
              </a:spcBef>
              <a:spcAft>
                <a:spcPts val="0"/>
              </a:spcAft>
              <a:buSzPts val="1400"/>
              <a:buChar char="○"/>
              <a:defRPr/>
            </a:lvl8pPr>
            <a:lvl9pPr lvl="8" rtl="0" algn="ctr">
              <a:spcBef>
                <a:spcPts val="0"/>
              </a:spcBef>
              <a:spcAft>
                <a:spcPts val="0"/>
              </a:spcAft>
              <a:buSzPts val="1400"/>
              <a:buChar char="■"/>
              <a:defRPr/>
            </a:lvl9pPr>
          </a:lstStyle>
          <a:p/>
        </p:txBody>
      </p:sp>
      <p:sp>
        <p:nvSpPr>
          <p:cNvPr id="56" name="Google Shape;56;p9"/>
          <p:cNvSpPr txBox="1"/>
          <p:nvPr>
            <p:ph type="title"/>
          </p:nvPr>
        </p:nvSpPr>
        <p:spPr>
          <a:xfrm>
            <a:off x="713225" y="445025"/>
            <a:ext cx="56799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cxnSp>
        <p:nvCxnSpPr>
          <p:cNvPr id="57" name="Google Shape;57;p9"/>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58" name="Google Shape;58;p9"/>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59" name="Google Shape;59;p9"/>
          <p:cNvCxnSpPr/>
          <p:nvPr/>
        </p:nvCxnSpPr>
        <p:spPr>
          <a:xfrm flipH="1">
            <a:off x="5925450" y="2797500"/>
            <a:ext cx="3378000" cy="24669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0" name="Shape 60"/>
        <p:cNvGrpSpPr/>
        <p:nvPr/>
      </p:nvGrpSpPr>
      <p:grpSpPr>
        <a:xfrm>
          <a:off x="0" y="0"/>
          <a:ext cx="0" cy="0"/>
          <a:chOff x="0" y="0"/>
          <a:chExt cx="0" cy="0"/>
        </a:xfrm>
      </p:grpSpPr>
      <p:sp>
        <p:nvSpPr>
          <p:cNvPr id="61" name="Google Shape;61;p10"/>
          <p:cNvSpPr txBox="1"/>
          <p:nvPr>
            <p:ph idx="1" type="body"/>
          </p:nvPr>
        </p:nvSpPr>
        <p:spPr>
          <a:xfrm>
            <a:off x="713225" y="441927"/>
            <a:ext cx="3557100" cy="977700"/>
          </a:xfrm>
          <a:prstGeom prst="rect">
            <a:avLst/>
          </a:prstGeom>
        </p:spPr>
        <p:txBody>
          <a:bodyPr anchorCtr="0" anchor="t" bIns="91425" lIns="91425" spcFirstLastPara="1" rIns="91425" wrap="square" tIns="91425">
            <a:noAutofit/>
          </a:bodyPr>
          <a:lstStyle>
            <a:lvl1pPr indent="-228600" lvl="0" marL="457200">
              <a:lnSpc>
                <a:spcPct val="100000"/>
              </a:lnSpc>
              <a:spcBef>
                <a:spcPts val="0"/>
              </a:spcBef>
              <a:spcAft>
                <a:spcPts val="0"/>
              </a:spcAft>
              <a:buSzPts val="1800"/>
              <a:buNone/>
              <a:defRPr sz="3000">
                <a:latin typeface="Vidaloka"/>
                <a:ea typeface="Vidaloka"/>
                <a:cs typeface="Vidaloka"/>
                <a:sym typeface="Vidaloka"/>
              </a:defRPr>
            </a:lvl1pPr>
          </a:lstStyle>
          <a:p/>
        </p:txBody>
      </p:sp>
      <p:cxnSp>
        <p:nvCxnSpPr>
          <p:cNvPr id="62" name="Google Shape;62;p10"/>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63" name="Google Shape;63;p10"/>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64" name="Google Shape;64;p10"/>
          <p:cNvCxnSpPr/>
          <p:nvPr/>
        </p:nvCxnSpPr>
        <p:spPr>
          <a:xfrm flipH="1" rot="10800000">
            <a:off x="6144975" y="3103725"/>
            <a:ext cx="3118200" cy="22011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5" name="Shape 65"/>
        <p:cNvGrpSpPr/>
        <p:nvPr/>
      </p:nvGrpSpPr>
      <p:grpSpPr>
        <a:xfrm>
          <a:off x="0" y="0"/>
          <a:ext cx="0" cy="0"/>
          <a:chOff x="0" y="0"/>
          <a:chExt cx="0" cy="0"/>
        </a:xfrm>
      </p:grpSpPr>
      <p:sp>
        <p:nvSpPr>
          <p:cNvPr id="66" name="Google Shape;66;p11"/>
          <p:cNvSpPr txBox="1"/>
          <p:nvPr>
            <p:ph hasCustomPrompt="1" type="title"/>
          </p:nvPr>
        </p:nvSpPr>
        <p:spPr>
          <a:xfrm>
            <a:off x="713225" y="1345363"/>
            <a:ext cx="7717500" cy="1644300"/>
          </a:xfrm>
          <a:prstGeom prst="rect">
            <a:avLst/>
          </a:prstGeom>
        </p:spPr>
        <p:txBody>
          <a:bodyPr anchorCtr="0" anchor="t" bIns="91425" lIns="91425" spcFirstLastPara="1" rIns="91425" wrap="square" tIns="91425">
            <a:noAutofit/>
          </a:bodyPr>
          <a:lstStyle>
            <a:lvl1pPr lvl="0" algn="ctr">
              <a:spcBef>
                <a:spcPts val="0"/>
              </a:spcBef>
              <a:spcAft>
                <a:spcPts val="0"/>
              </a:spcAft>
              <a:buSzPts val="12000"/>
              <a:buNone/>
              <a:defRPr sz="12000">
                <a:solidFill>
                  <a:schemeClr val="accent1"/>
                </a:solidFill>
              </a:defRPr>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67" name="Google Shape;67;p11"/>
          <p:cNvSpPr txBox="1"/>
          <p:nvPr>
            <p:ph idx="1" type="subTitle"/>
          </p:nvPr>
        </p:nvSpPr>
        <p:spPr>
          <a:xfrm>
            <a:off x="1514325" y="3188648"/>
            <a:ext cx="6120300" cy="375000"/>
          </a:xfrm>
          <a:prstGeom prst="rect">
            <a:avLst/>
          </a:prstGeom>
        </p:spPr>
        <p:txBody>
          <a:bodyPr anchorCtr="0" anchor="t" bIns="91425" lIns="91425" spcFirstLastPara="1" rIns="91425" wrap="square" tIns="91425">
            <a:noAutofit/>
          </a:bodyPr>
          <a:lstStyle>
            <a:lvl1pPr lvl="0" algn="ctr">
              <a:spcBef>
                <a:spcPts val="0"/>
              </a:spcBef>
              <a:spcAft>
                <a:spcPts val="0"/>
              </a:spcAft>
              <a:buSzPts val="1600"/>
              <a:buNone/>
              <a:defRPr sz="1600"/>
            </a:lvl1pPr>
            <a:lvl2pPr lvl="1" algn="ctr">
              <a:spcBef>
                <a:spcPts val="0"/>
              </a:spcBef>
              <a:spcAft>
                <a:spcPts val="0"/>
              </a:spcAft>
              <a:buSzPts val="1600"/>
              <a:buNone/>
              <a:defRPr sz="1600"/>
            </a:lvl2pPr>
            <a:lvl3pPr lvl="2" algn="ctr">
              <a:spcBef>
                <a:spcPts val="0"/>
              </a:spcBef>
              <a:spcAft>
                <a:spcPts val="0"/>
              </a:spcAft>
              <a:buSzPts val="1600"/>
              <a:buNone/>
              <a:defRPr sz="1600"/>
            </a:lvl3pPr>
            <a:lvl4pPr lvl="3" algn="ctr">
              <a:spcBef>
                <a:spcPts val="0"/>
              </a:spcBef>
              <a:spcAft>
                <a:spcPts val="0"/>
              </a:spcAft>
              <a:buSzPts val="1600"/>
              <a:buNone/>
              <a:defRPr sz="1600"/>
            </a:lvl4pPr>
            <a:lvl5pPr lvl="4" algn="ctr">
              <a:spcBef>
                <a:spcPts val="0"/>
              </a:spcBef>
              <a:spcAft>
                <a:spcPts val="0"/>
              </a:spcAft>
              <a:buSzPts val="1600"/>
              <a:buNone/>
              <a:defRPr sz="1600"/>
            </a:lvl5pPr>
            <a:lvl6pPr lvl="5" algn="ctr">
              <a:spcBef>
                <a:spcPts val="0"/>
              </a:spcBef>
              <a:spcAft>
                <a:spcPts val="0"/>
              </a:spcAft>
              <a:buSzPts val="1600"/>
              <a:buNone/>
              <a:defRPr sz="1600"/>
            </a:lvl6pPr>
            <a:lvl7pPr lvl="6" algn="ctr">
              <a:spcBef>
                <a:spcPts val="0"/>
              </a:spcBef>
              <a:spcAft>
                <a:spcPts val="0"/>
              </a:spcAft>
              <a:buSzPts val="1600"/>
              <a:buNone/>
              <a:defRPr sz="1600"/>
            </a:lvl7pPr>
            <a:lvl8pPr lvl="7" algn="ctr">
              <a:spcBef>
                <a:spcPts val="0"/>
              </a:spcBef>
              <a:spcAft>
                <a:spcPts val="0"/>
              </a:spcAft>
              <a:buSzPts val="1600"/>
              <a:buNone/>
              <a:defRPr sz="1600"/>
            </a:lvl8pPr>
            <a:lvl9pPr lvl="8" algn="ctr">
              <a:spcBef>
                <a:spcPts val="0"/>
              </a:spcBef>
              <a:spcAft>
                <a:spcPts val="0"/>
              </a:spcAft>
              <a:buSzPts val="1600"/>
              <a:buNone/>
              <a:defRPr sz="1600"/>
            </a:lvl9pPr>
          </a:lstStyle>
          <a:p/>
        </p:txBody>
      </p:sp>
      <p:cxnSp>
        <p:nvCxnSpPr>
          <p:cNvPr id="68" name="Google Shape;68;p11"/>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69" name="Google Shape;69;p11"/>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70" name="Google Shape;70;p11"/>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71" name="Google Shape;71;p11"/>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72" name="Shape 72"/>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
    <p:spTree>
      <p:nvGrpSpPr>
        <p:cNvPr id="73" name="Shape 73"/>
        <p:cNvGrpSpPr/>
        <p:nvPr/>
      </p:nvGrpSpPr>
      <p:grpSpPr>
        <a:xfrm>
          <a:off x="0" y="0"/>
          <a:ext cx="0" cy="0"/>
          <a:chOff x="0" y="0"/>
          <a:chExt cx="0" cy="0"/>
        </a:xfrm>
      </p:grpSpPr>
      <p:sp>
        <p:nvSpPr>
          <p:cNvPr id="74" name="Google Shape;74;p13"/>
          <p:cNvSpPr txBox="1"/>
          <p:nvPr>
            <p:ph type="title"/>
          </p:nvPr>
        </p:nvSpPr>
        <p:spPr>
          <a:xfrm>
            <a:off x="713225" y="445025"/>
            <a:ext cx="35838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75" name="Google Shape;75;p13"/>
          <p:cNvSpPr txBox="1"/>
          <p:nvPr>
            <p:ph idx="1" type="subTitle"/>
          </p:nvPr>
        </p:nvSpPr>
        <p:spPr>
          <a:xfrm>
            <a:off x="5001000" y="1942925"/>
            <a:ext cx="2486100" cy="357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76" name="Google Shape;76;p13"/>
          <p:cNvSpPr txBox="1"/>
          <p:nvPr>
            <p:ph idx="2" type="subTitle"/>
          </p:nvPr>
        </p:nvSpPr>
        <p:spPr>
          <a:xfrm>
            <a:off x="5001000" y="2255100"/>
            <a:ext cx="2486100" cy="618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77" name="Google Shape;77;p13"/>
          <p:cNvSpPr txBox="1"/>
          <p:nvPr>
            <p:ph idx="3" type="subTitle"/>
          </p:nvPr>
        </p:nvSpPr>
        <p:spPr>
          <a:xfrm>
            <a:off x="1655200" y="1942925"/>
            <a:ext cx="2486100" cy="357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78" name="Google Shape;78;p13"/>
          <p:cNvSpPr txBox="1"/>
          <p:nvPr>
            <p:ph idx="4" type="subTitle"/>
          </p:nvPr>
        </p:nvSpPr>
        <p:spPr>
          <a:xfrm>
            <a:off x="1655200" y="2255100"/>
            <a:ext cx="2486100" cy="618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79" name="Google Shape;79;p13"/>
          <p:cNvSpPr txBox="1"/>
          <p:nvPr>
            <p:ph idx="5" type="subTitle"/>
          </p:nvPr>
        </p:nvSpPr>
        <p:spPr>
          <a:xfrm>
            <a:off x="5001000" y="3723950"/>
            <a:ext cx="2486100" cy="357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80" name="Google Shape;80;p13"/>
          <p:cNvSpPr txBox="1"/>
          <p:nvPr>
            <p:ph idx="6" type="subTitle"/>
          </p:nvPr>
        </p:nvSpPr>
        <p:spPr>
          <a:xfrm>
            <a:off x="5001000" y="4036125"/>
            <a:ext cx="2486100" cy="618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81" name="Google Shape;81;p13"/>
          <p:cNvSpPr txBox="1"/>
          <p:nvPr>
            <p:ph idx="7" type="subTitle"/>
          </p:nvPr>
        </p:nvSpPr>
        <p:spPr>
          <a:xfrm>
            <a:off x="1655200" y="3723950"/>
            <a:ext cx="2486100" cy="357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82" name="Google Shape;82;p13"/>
          <p:cNvSpPr txBox="1"/>
          <p:nvPr>
            <p:ph idx="8" type="subTitle"/>
          </p:nvPr>
        </p:nvSpPr>
        <p:spPr>
          <a:xfrm>
            <a:off x="1655250" y="4036125"/>
            <a:ext cx="2486100" cy="618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83" name="Google Shape;83;p13"/>
          <p:cNvSpPr txBox="1"/>
          <p:nvPr>
            <p:ph hasCustomPrompt="1" idx="9" type="title"/>
          </p:nvPr>
        </p:nvSpPr>
        <p:spPr>
          <a:xfrm>
            <a:off x="2378650" y="1303588"/>
            <a:ext cx="1039200" cy="6675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2"/>
              </a:buClr>
              <a:buSzPts val="4000"/>
              <a:buNone/>
              <a:defRPr sz="3800">
                <a:solidFill>
                  <a:schemeClr val="accent1"/>
                </a:solidFill>
              </a:defRPr>
            </a:lvl1pPr>
            <a:lvl2pPr lvl="1" rtl="0" algn="ctr">
              <a:spcBef>
                <a:spcPts val="0"/>
              </a:spcBef>
              <a:spcAft>
                <a:spcPts val="0"/>
              </a:spcAft>
              <a:buClr>
                <a:schemeClr val="dk2"/>
              </a:buClr>
              <a:buSzPts val="4000"/>
              <a:buNone/>
              <a:defRPr sz="4000">
                <a:solidFill>
                  <a:schemeClr val="dk2"/>
                </a:solidFill>
              </a:defRPr>
            </a:lvl2pPr>
            <a:lvl3pPr lvl="2" rtl="0" algn="ctr">
              <a:spcBef>
                <a:spcPts val="0"/>
              </a:spcBef>
              <a:spcAft>
                <a:spcPts val="0"/>
              </a:spcAft>
              <a:buClr>
                <a:schemeClr val="dk2"/>
              </a:buClr>
              <a:buSzPts val="4000"/>
              <a:buNone/>
              <a:defRPr sz="4000">
                <a:solidFill>
                  <a:schemeClr val="dk2"/>
                </a:solidFill>
              </a:defRPr>
            </a:lvl3pPr>
            <a:lvl4pPr lvl="3" rtl="0" algn="ctr">
              <a:spcBef>
                <a:spcPts val="0"/>
              </a:spcBef>
              <a:spcAft>
                <a:spcPts val="0"/>
              </a:spcAft>
              <a:buClr>
                <a:schemeClr val="dk2"/>
              </a:buClr>
              <a:buSzPts val="4000"/>
              <a:buNone/>
              <a:defRPr sz="4000">
                <a:solidFill>
                  <a:schemeClr val="dk2"/>
                </a:solidFill>
              </a:defRPr>
            </a:lvl4pPr>
            <a:lvl5pPr lvl="4" rtl="0" algn="ctr">
              <a:spcBef>
                <a:spcPts val="0"/>
              </a:spcBef>
              <a:spcAft>
                <a:spcPts val="0"/>
              </a:spcAft>
              <a:buClr>
                <a:schemeClr val="dk2"/>
              </a:buClr>
              <a:buSzPts val="4000"/>
              <a:buNone/>
              <a:defRPr sz="4000">
                <a:solidFill>
                  <a:schemeClr val="dk2"/>
                </a:solidFill>
              </a:defRPr>
            </a:lvl5pPr>
            <a:lvl6pPr lvl="5" rtl="0" algn="ctr">
              <a:spcBef>
                <a:spcPts val="0"/>
              </a:spcBef>
              <a:spcAft>
                <a:spcPts val="0"/>
              </a:spcAft>
              <a:buClr>
                <a:schemeClr val="dk2"/>
              </a:buClr>
              <a:buSzPts val="4000"/>
              <a:buNone/>
              <a:defRPr sz="4000">
                <a:solidFill>
                  <a:schemeClr val="dk2"/>
                </a:solidFill>
              </a:defRPr>
            </a:lvl6pPr>
            <a:lvl7pPr lvl="6" rtl="0" algn="ctr">
              <a:spcBef>
                <a:spcPts val="0"/>
              </a:spcBef>
              <a:spcAft>
                <a:spcPts val="0"/>
              </a:spcAft>
              <a:buClr>
                <a:schemeClr val="dk2"/>
              </a:buClr>
              <a:buSzPts val="4000"/>
              <a:buNone/>
              <a:defRPr sz="4000">
                <a:solidFill>
                  <a:schemeClr val="dk2"/>
                </a:solidFill>
              </a:defRPr>
            </a:lvl7pPr>
            <a:lvl8pPr lvl="7" rtl="0" algn="ctr">
              <a:spcBef>
                <a:spcPts val="0"/>
              </a:spcBef>
              <a:spcAft>
                <a:spcPts val="0"/>
              </a:spcAft>
              <a:buClr>
                <a:schemeClr val="dk2"/>
              </a:buClr>
              <a:buSzPts val="4000"/>
              <a:buNone/>
              <a:defRPr sz="4000">
                <a:solidFill>
                  <a:schemeClr val="dk2"/>
                </a:solidFill>
              </a:defRPr>
            </a:lvl8pPr>
            <a:lvl9pPr lvl="8" rtl="0" algn="ctr">
              <a:spcBef>
                <a:spcPts val="0"/>
              </a:spcBef>
              <a:spcAft>
                <a:spcPts val="0"/>
              </a:spcAft>
              <a:buClr>
                <a:schemeClr val="dk2"/>
              </a:buClr>
              <a:buSzPts val="4000"/>
              <a:buNone/>
              <a:defRPr sz="4000">
                <a:solidFill>
                  <a:schemeClr val="dk2"/>
                </a:solidFill>
              </a:defRPr>
            </a:lvl9pPr>
          </a:lstStyle>
          <a:p>
            <a:r>
              <a:t>xx%</a:t>
            </a:r>
          </a:p>
        </p:txBody>
      </p:sp>
      <p:sp>
        <p:nvSpPr>
          <p:cNvPr id="84" name="Google Shape;84;p13"/>
          <p:cNvSpPr txBox="1"/>
          <p:nvPr>
            <p:ph hasCustomPrompt="1" idx="13" type="title"/>
          </p:nvPr>
        </p:nvSpPr>
        <p:spPr>
          <a:xfrm>
            <a:off x="5724450" y="1303588"/>
            <a:ext cx="1039200" cy="6675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2"/>
              </a:buClr>
              <a:buSzPts val="4000"/>
              <a:buNone/>
              <a:defRPr sz="3800">
                <a:solidFill>
                  <a:schemeClr val="accent1"/>
                </a:solidFill>
              </a:defRPr>
            </a:lvl1pPr>
            <a:lvl2pPr lvl="1" rtl="0" algn="ctr">
              <a:spcBef>
                <a:spcPts val="0"/>
              </a:spcBef>
              <a:spcAft>
                <a:spcPts val="0"/>
              </a:spcAft>
              <a:buClr>
                <a:schemeClr val="dk2"/>
              </a:buClr>
              <a:buSzPts val="4000"/>
              <a:buNone/>
              <a:defRPr sz="4000">
                <a:solidFill>
                  <a:schemeClr val="dk2"/>
                </a:solidFill>
              </a:defRPr>
            </a:lvl2pPr>
            <a:lvl3pPr lvl="2" rtl="0" algn="ctr">
              <a:spcBef>
                <a:spcPts val="0"/>
              </a:spcBef>
              <a:spcAft>
                <a:spcPts val="0"/>
              </a:spcAft>
              <a:buClr>
                <a:schemeClr val="dk2"/>
              </a:buClr>
              <a:buSzPts val="4000"/>
              <a:buNone/>
              <a:defRPr sz="4000">
                <a:solidFill>
                  <a:schemeClr val="dk2"/>
                </a:solidFill>
              </a:defRPr>
            </a:lvl3pPr>
            <a:lvl4pPr lvl="3" rtl="0" algn="ctr">
              <a:spcBef>
                <a:spcPts val="0"/>
              </a:spcBef>
              <a:spcAft>
                <a:spcPts val="0"/>
              </a:spcAft>
              <a:buClr>
                <a:schemeClr val="dk2"/>
              </a:buClr>
              <a:buSzPts val="4000"/>
              <a:buNone/>
              <a:defRPr sz="4000">
                <a:solidFill>
                  <a:schemeClr val="dk2"/>
                </a:solidFill>
              </a:defRPr>
            </a:lvl4pPr>
            <a:lvl5pPr lvl="4" rtl="0" algn="ctr">
              <a:spcBef>
                <a:spcPts val="0"/>
              </a:spcBef>
              <a:spcAft>
                <a:spcPts val="0"/>
              </a:spcAft>
              <a:buClr>
                <a:schemeClr val="dk2"/>
              </a:buClr>
              <a:buSzPts val="4000"/>
              <a:buNone/>
              <a:defRPr sz="4000">
                <a:solidFill>
                  <a:schemeClr val="dk2"/>
                </a:solidFill>
              </a:defRPr>
            </a:lvl5pPr>
            <a:lvl6pPr lvl="5" rtl="0" algn="ctr">
              <a:spcBef>
                <a:spcPts val="0"/>
              </a:spcBef>
              <a:spcAft>
                <a:spcPts val="0"/>
              </a:spcAft>
              <a:buClr>
                <a:schemeClr val="dk2"/>
              </a:buClr>
              <a:buSzPts val="4000"/>
              <a:buNone/>
              <a:defRPr sz="4000">
                <a:solidFill>
                  <a:schemeClr val="dk2"/>
                </a:solidFill>
              </a:defRPr>
            </a:lvl6pPr>
            <a:lvl7pPr lvl="6" rtl="0" algn="ctr">
              <a:spcBef>
                <a:spcPts val="0"/>
              </a:spcBef>
              <a:spcAft>
                <a:spcPts val="0"/>
              </a:spcAft>
              <a:buClr>
                <a:schemeClr val="dk2"/>
              </a:buClr>
              <a:buSzPts val="4000"/>
              <a:buNone/>
              <a:defRPr sz="4000">
                <a:solidFill>
                  <a:schemeClr val="dk2"/>
                </a:solidFill>
              </a:defRPr>
            </a:lvl7pPr>
            <a:lvl8pPr lvl="7" rtl="0" algn="ctr">
              <a:spcBef>
                <a:spcPts val="0"/>
              </a:spcBef>
              <a:spcAft>
                <a:spcPts val="0"/>
              </a:spcAft>
              <a:buClr>
                <a:schemeClr val="dk2"/>
              </a:buClr>
              <a:buSzPts val="4000"/>
              <a:buNone/>
              <a:defRPr sz="4000">
                <a:solidFill>
                  <a:schemeClr val="dk2"/>
                </a:solidFill>
              </a:defRPr>
            </a:lvl8pPr>
            <a:lvl9pPr lvl="8" rtl="0" algn="ctr">
              <a:spcBef>
                <a:spcPts val="0"/>
              </a:spcBef>
              <a:spcAft>
                <a:spcPts val="0"/>
              </a:spcAft>
              <a:buClr>
                <a:schemeClr val="dk2"/>
              </a:buClr>
              <a:buSzPts val="4000"/>
              <a:buNone/>
              <a:defRPr sz="4000">
                <a:solidFill>
                  <a:schemeClr val="dk2"/>
                </a:solidFill>
              </a:defRPr>
            </a:lvl9pPr>
          </a:lstStyle>
          <a:p>
            <a:r>
              <a:t>xx%</a:t>
            </a:r>
          </a:p>
        </p:txBody>
      </p:sp>
      <p:sp>
        <p:nvSpPr>
          <p:cNvPr id="85" name="Google Shape;85;p13"/>
          <p:cNvSpPr txBox="1"/>
          <p:nvPr>
            <p:ph hasCustomPrompt="1" idx="14" type="title"/>
          </p:nvPr>
        </p:nvSpPr>
        <p:spPr>
          <a:xfrm>
            <a:off x="2378700" y="3082738"/>
            <a:ext cx="1039200" cy="6675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2"/>
              </a:buClr>
              <a:buSzPts val="4000"/>
              <a:buNone/>
              <a:defRPr sz="3800">
                <a:solidFill>
                  <a:schemeClr val="accent1"/>
                </a:solidFill>
              </a:defRPr>
            </a:lvl1pPr>
            <a:lvl2pPr lvl="1" rtl="0" algn="ctr">
              <a:spcBef>
                <a:spcPts val="0"/>
              </a:spcBef>
              <a:spcAft>
                <a:spcPts val="0"/>
              </a:spcAft>
              <a:buClr>
                <a:schemeClr val="dk2"/>
              </a:buClr>
              <a:buSzPts val="4000"/>
              <a:buNone/>
              <a:defRPr sz="4000">
                <a:solidFill>
                  <a:schemeClr val="dk2"/>
                </a:solidFill>
              </a:defRPr>
            </a:lvl2pPr>
            <a:lvl3pPr lvl="2" rtl="0" algn="ctr">
              <a:spcBef>
                <a:spcPts val="0"/>
              </a:spcBef>
              <a:spcAft>
                <a:spcPts val="0"/>
              </a:spcAft>
              <a:buClr>
                <a:schemeClr val="dk2"/>
              </a:buClr>
              <a:buSzPts val="4000"/>
              <a:buNone/>
              <a:defRPr sz="4000">
                <a:solidFill>
                  <a:schemeClr val="dk2"/>
                </a:solidFill>
              </a:defRPr>
            </a:lvl3pPr>
            <a:lvl4pPr lvl="3" rtl="0" algn="ctr">
              <a:spcBef>
                <a:spcPts val="0"/>
              </a:spcBef>
              <a:spcAft>
                <a:spcPts val="0"/>
              </a:spcAft>
              <a:buClr>
                <a:schemeClr val="dk2"/>
              </a:buClr>
              <a:buSzPts val="4000"/>
              <a:buNone/>
              <a:defRPr sz="4000">
                <a:solidFill>
                  <a:schemeClr val="dk2"/>
                </a:solidFill>
              </a:defRPr>
            </a:lvl4pPr>
            <a:lvl5pPr lvl="4" rtl="0" algn="ctr">
              <a:spcBef>
                <a:spcPts val="0"/>
              </a:spcBef>
              <a:spcAft>
                <a:spcPts val="0"/>
              </a:spcAft>
              <a:buClr>
                <a:schemeClr val="dk2"/>
              </a:buClr>
              <a:buSzPts val="4000"/>
              <a:buNone/>
              <a:defRPr sz="4000">
                <a:solidFill>
                  <a:schemeClr val="dk2"/>
                </a:solidFill>
              </a:defRPr>
            </a:lvl5pPr>
            <a:lvl6pPr lvl="5" rtl="0" algn="ctr">
              <a:spcBef>
                <a:spcPts val="0"/>
              </a:spcBef>
              <a:spcAft>
                <a:spcPts val="0"/>
              </a:spcAft>
              <a:buClr>
                <a:schemeClr val="dk2"/>
              </a:buClr>
              <a:buSzPts val="4000"/>
              <a:buNone/>
              <a:defRPr sz="4000">
                <a:solidFill>
                  <a:schemeClr val="dk2"/>
                </a:solidFill>
              </a:defRPr>
            </a:lvl6pPr>
            <a:lvl7pPr lvl="6" rtl="0" algn="ctr">
              <a:spcBef>
                <a:spcPts val="0"/>
              </a:spcBef>
              <a:spcAft>
                <a:spcPts val="0"/>
              </a:spcAft>
              <a:buClr>
                <a:schemeClr val="dk2"/>
              </a:buClr>
              <a:buSzPts val="4000"/>
              <a:buNone/>
              <a:defRPr sz="4000">
                <a:solidFill>
                  <a:schemeClr val="dk2"/>
                </a:solidFill>
              </a:defRPr>
            </a:lvl7pPr>
            <a:lvl8pPr lvl="7" rtl="0" algn="ctr">
              <a:spcBef>
                <a:spcPts val="0"/>
              </a:spcBef>
              <a:spcAft>
                <a:spcPts val="0"/>
              </a:spcAft>
              <a:buClr>
                <a:schemeClr val="dk2"/>
              </a:buClr>
              <a:buSzPts val="4000"/>
              <a:buNone/>
              <a:defRPr sz="4000">
                <a:solidFill>
                  <a:schemeClr val="dk2"/>
                </a:solidFill>
              </a:defRPr>
            </a:lvl8pPr>
            <a:lvl9pPr lvl="8" rtl="0" algn="ctr">
              <a:spcBef>
                <a:spcPts val="0"/>
              </a:spcBef>
              <a:spcAft>
                <a:spcPts val="0"/>
              </a:spcAft>
              <a:buClr>
                <a:schemeClr val="dk2"/>
              </a:buClr>
              <a:buSzPts val="4000"/>
              <a:buNone/>
              <a:defRPr sz="4000">
                <a:solidFill>
                  <a:schemeClr val="dk2"/>
                </a:solidFill>
              </a:defRPr>
            </a:lvl9pPr>
          </a:lstStyle>
          <a:p>
            <a:r>
              <a:t>xx%</a:t>
            </a:r>
          </a:p>
        </p:txBody>
      </p:sp>
      <p:sp>
        <p:nvSpPr>
          <p:cNvPr id="86" name="Google Shape;86;p13"/>
          <p:cNvSpPr txBox="1"/>
          <p:nvPr>
            <p:ph hasCustomPrompt="1" idx="15" type="title"/>
          </p:nvPr>
        </p:nvSpPr>
        <p:spPr>
          <a:xfrm>
            <a:off x="5724450" y="3082738"/>
            <a:ext cx="1039200" cy="6675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2"/>
              </a:buClr>
              <a:buSzPts val="4000"/>
              <a:buNone/>
              <a:defRPr sz="3800">
                <a:solidFill>
                  <a:schemeClr val="accent1"/>
                </a:solidFill>
              </a:defRPr>
            </a:lvl1pPr>
            <a:lvl2pPr lvl="1" rtl="0" algn="ctr">
              <a:spcBef>
                <a:spcPts val="0"/>
              </a:spcBef>
              <a:spcAft>
                <a:spcPts val="0"/>
              </a:spcAft>
              <a:buClr>
                <a:schemeClr val="dk2"/>
              </a:buClr>
              <a:buSzPts val="4000"/>
              <a:buNone/>
              <a:defRPr sz="4000">
                <a:solidFill>
                  <a:schemeClr val="dk2"/>
                </a:solidFill>
              </a:defRPr>
            </a:lvl2pPr>
            <a:lvl3pPr lvl="2" rtl="0" algn="ctr">
              <a:spcBef>
                <a:spcPts val="0"/>
              </a:spcBef>
              <a:spcAft>
                <a:spcPts val="0"/>
              </a:spcAft>
              <a:buClr>
                <a:schemeClr val="dk2"/>
              </a:buClr>
              <a:buSzPts val="4000"/>
              <a:buNone/>
              <a:defRPr sz="4000">
                <a:solidFill>
                  <a:schemeClr val="dk2"/>
                </a:solidFill>
              </a:defRPr>
            </a:lvl3pPr>
            <a:lvl4pPr lvl="3" rtl="0" algn="ctr">
              <a:spcBef>
                <a:spcPts val="0"/>
              </a:spcBef>
              <a:spcAft>
                <a:spcPts val="0"/>
              </a:spcAft>
              <a:buClr>
                <a:schemeClr val="dk2"/>
              </a:buClr>
              <a:buSzPts val="4000"/>
              <a:buNone/>
              <a:defRPr sz="4000">
                <a:solidFill>
                  <a:schemeClr val="dk2"/>
                </a:solidFill>
              </a:defRPr>
            </a:lvl4pPr>
            <a:lvl5pPr lvl="4" rtl="0" algn="ctr">
              <a:spcBef>
                <a:spcPts val="0"/>
              </a:spcBef>
              <a:spcAft>
                <a:spcPts val="0"/>
              </a:spcAft>
              <a:buClr>
                <a:schemeClr val="dk2"/>
              </a:buClr>
              <a:buSzPts val="4000"/>
              <a:buNone/>
              <a:defRPr sz="4000">
                <a:solidFill>
                  <a:schemeClr val="dk2"/>
                </a:solidFill>
              </a:defRPr>
            </a:lvl5pPr>
            <a:lvl6pPr lvl="5" rtl="0" algn="ctr">
              <a:spcBef>
                <a:spcPts val="0"/>
              </a:spcBef>
              <a:spcAft>
                <a:spcPts val="0"/>
              </a:spcAft>
              <a:buClr>
                <a:schemeClr val="dk2"/>
              </a:buClr>
              <a:buSzPts val="4000"/>
              <a:buNone/>
              <a:defRPr sz="4000">
                <a:solidFill>
                  <a:schemeClr val="dk2"/>
                </a:solidFill>
              </a:defRPr>
            </a:lvl6pPr>
            <a:lvl7pPr lvl="6" rtl="0" algn="ctr">
              <a:spcBef>
                <a:spcPts val="0"/>
              </a:spcBef>
              <a:spcAft>
                <a:spcPts val="0"/>
              </a:spcAft>
              <a:buClr>
                <a:schemeClr val="dk2"/>
              </a:buClr>
              <a:buSzPts val="4000"/>
              <a:buNone/>
              <a:defRPr sz="4000">
                <a:solidFill>
                  <a:schemeClr val="dk2"/>
                </a:solidFill>
              </a:defRPr>
            </a:lvl7pPr>
            <a:lvl8pPr lvl="7" rtl="0" algn="ctr">
              <a:spcBef>
                <a:spcPts val="0"/>
              </a:spcBef>
              <a:spcAft>
                <a:spcPts val="0"/>
              </a:spcAft>
              <a:buClr>
                <a:schemeClr val="dk2"/>
              </a:buClr>
              <a:buSzPts val="4000"/>
              <a:buNone/>
              <a:defRPr sz="4000">
                <a:solidFill>
                  <a:schemeClr val="dk2"/>
                </a:solidFill>
              </a:defRPr>
            </a:lvl8pPr>
            <a:lvl9pPr lvl="8" rtl="0" algn="ctr">
              <a:spcBef>
                <a:spcPts val="0"/>
              </a:spcBef>
              <a:spcAft>
                <a:spcPts val="0"/>
              </a:spcAft>
              <a:buClr>
                <a:schemeClr val="dk2"/>
              </a:buClr>
              <a:buSzPts val="4000"/>
              <a:buNone/>
              <a:defRPr sz="4000">
                <a:solidFill>
                  <a:schemeClr val="dk2"/>
                </a:solidFill>
              </a:defRPr>
            </a:lvl9pPr>
          </a:lstStyle>
          <a:p>
            <a:r>
              <a:t>xx%</a:t>
            </a:r>
          </a:p>
        </p:txBody>
      </p:sp>
      <p:cxnSp>
        <p:nvCxnSpPr>
          <p:cNvPr id="87" name="Google Shape;87;p13"/>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88" name="Google Shape;88;p13"/>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1">
  <p:cSld name="CUSTOM_11">
    <p:spTree>
      <p:nvGrpSpPr>
        <p:cNvPr id="89" name="Shape 89"/>
        <p:cNvGrpSpPr/>
        <p:nvPr/>
      </p:nvGrpSpPr>
      <p:grpSpPr>
        <a:xfrm>
          <a:off x="0" y="0"/>
          <a:ext cx="0" cy="0"/>
          <a:chOff x="0" y="0"/>
          <a:chExt cx="0" cy="0"/>
        </a:xfrm>
      </p:grpSpPr>
      <p:sp>
        <p:nvSpPr>
          <p:cNvPr id="90" name="Google Shape;90;p14"/>
          <p:cNvSpPr txBox="1"/>
          <p:nvPr>
            <p:ph type="title"/>
          </p:nvPr>
        </p:nvSpPr>
        <p:spPr>
          <a:xfrm>
            <a:off x="720000" y="1677218"/>
            <a:ext cx="2336400" cy="405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91" name="Google Shape;91;p14"/>
          <p:cNvSpPr txBox="1"/>
          <p:nvPr>
            <p:ph hasCustomPrompt="1" idx="2" type="title"/>
          </p:nvPr>
        </p:nvSpPr>
        <p:spPr>
          <a:xfrm>
            <a:off x="1482600" y="1095325"/>
            <a:ext cx="8112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900"/>
              <a:buNone/>
              <a:defRPr sz="3800"/>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a:r>
              <a:t>xx%</a:t>
            </a:r>
          </a:p>
        </p:txBody>
      </p:sp>
      <p:sp>
        <p:nvSpPr>
          <p:cNvPr id="92" name="Google Shape;92;p14"/>
          <p:cNvSpPr txBox="1"/>
          <p:nvPr>
            <p:ph idx="1" type="subTitle"/>
          </p:nvPr>
        </p:nvSpPr>
        <p:spPr>
          <a:xfrm>
            <a:off x="720000" y="2081199"/>
            <a:ext cx="23364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93" name="Google Shape;93;p14"/>
          <p:cNvSpPr txBox="1"/>
          <p:nvPr>
            <p:ph idx="3" type="title"/>
          </p:nvPr>
        </p:nvSpPr>
        <p:spPr>
          <a:xfrm>
            <a:off x="3403800" y="1677218"/>
            <a:ext cx="2336400" cy="405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94" name="Google Shape;94;p14"/>
          <p:cNvSpPr txBox="1"/>
          <p:nvPr>
            <p:ph hasCustomPrompt="1" idx="4" type="title"/>
          </p:nvPr>
        </p:nvSpPr>
        <p:spPr>
          <a:xfrm>
            <a:off x="4166400" y="1095325"/>
            <a:ext cx="8112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900"/>
              <a:buNone/>
              <a:defRPr sz="3800"/>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a:r>
              <a:t>xx%</a:t>
            </a:r>
          </a:p>
        </p:txBody>
      </p:sp>
      <p:sp>
        <p:nvSpPr>
          <p:cNvPr id="95" name="Google Shape;95;p14"/>
          <p:cNvSpPr txBox="1"/>
          <p:nvPr>
            <p:ph idx="5" type="subTitle"/>
          </p:nvPr>
        </p:nvSpPr>
        <p:spPr>
          <a:xfrm>
            <a:off x="3403800" y="2081208"/>
            <a:ext cx="23364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1400">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96" name="Google Shape;96;p14"/>
          <p:cNvSpPr txBox="1"/>
          <p:nvPr>
            <p:ph idx="6" type="title"/>
          </p:nvPr>
        </p:nvSpPr>
        <p:spPr>
          <a:xfrm>
            <a:off x="6087600" y="1677218"/>
            <a:ext cx="2336400" cy="405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97" name="Google Shape;97;p14"/>
          <p:cNvSpPr txBox="1"/>
          <p:nvPr>
            <p:ph hasCustomPrompt="1" idx="7" type="title"/>
          </p:nvPr>
        </p:nvSpPr>
        <p:spPr>
          <a:xfrm>
            <a:off x="6850200" y="1095325"/>
            <a:ext cx="8112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900"/>
              <a:buNone/>
              <a:defRPr sz="3800"/>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a:r>
              <a:t>xx%</a:t>
            </a:r>
          </a:p>
        </p:txBody>
      </p:sp>
      <p:sp>
        <p:nvSpPr>
          <p:cNvPr id="98" name="Google Shape;98;p14"/>
          <p:cNvSpPr txBox="1"/>
          <p:nvPr>
            <p:ph idx="8" type="subTitle"/>
          </p:nvPr>
        </p:nvSpPr>
        <p:spPr>
          <a:xfrm>
            <a:off x="6087600" y="2081208"/>
            <a:ext cx="23364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1400">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99" name="Google Shape;99;p14"/>
          <p:cNvSpPr txBox="1"/>
          <p:nvPr>
            <p:ph idx="9" type="title"/>
          </p:nvPr>
        </p:nvSpPr>
        <p:spPr>
          <a:xfrm>
            <a:off x="720000" y="3313579"/>
            <a:ext cx="2336400" cy="405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00" name="Google Shape;100;p14"/>
          <p:cNvSpPr txBox="1"/>
          <p:nvPr>
            <p:ph hasCustomPrompt="1" idx="13" type="title"/>
          </p:nvPr>
        </p:nvSpPr>
        <p:spPr>
          <a:xfrm>
            <a:off x="1482600" y="2714087"/>
            <a:ext cx="8112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900"/>
              <a:buNone/>
              <a:defRPr sz="3800"/>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a:r>
              <a:t>xx%</a:t>
            </a:r>
          </a:p>
        </p:txBody>
      </p:sp>
      <p:sp>
        <p:nvSpPr>
          <p:cNvPr id="101" name="Google Shape;101;p14"/>
          <p:cNvSpPr txBox="1"/>
          <p:nvPr>
            <p:ph idx="14" type="subTitle"/>
          </p:nvPr>
        </p:nvSpPr>
        <p:spPr>
          <a:xfrm>
            <a:off x="720000" y="3705863"/>
            <a:ext cx="23364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1400">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102" name="Google Shape;102;p14"/>
          <p:cNvSpPr txBox="1"/>
          <p:nvPr>
            <p:ph idx="15" type="title"/>
          </p:nvPr>
        </p:nvSpPr>
        <p:spPr>
          <a:xfrm>
            <a:off x="3403800" y="3313579"/>
            <a:ext cx="2336400" cy="405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03" name="Google Shape;103;p14"/>
          <p:cNvSpPr txBox="1"/>
          <p:nvPr>
            <p:ph hasCustomPrompt="1" idx="16" type="title"/>
          </p:nvPr>
        </p:nvSpPr>
        <p:spPr>
          <a:xfrm>
            <a:off x="4166400" y="2714087"/>
            <a:ext cx="8112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900"/>
              <a:buNone/>
              <a:defRPr sz="3800"/>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a:r>
              <a:t>xx%</a:t>
            </a:r>
          </a:p>
        </p:txBody>
      </p:sp>
      <p:sp>
        <p:nvSpPr>
          <p:cNvPr id="104" name="Google Shape;104;p14"/>
          <p:cNvSpPr txBox="1"/>
          <p:nvPr>
            <p:ph idx="17" type="subTitle"/>
          </p:nvPr>
        </p:nvSpPr>
        <p:spPr>
          <a:xfrm>
            <a:off x="3403800" y="3705863"/>
            <a:ext cx="23364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1400">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105" name="Google Shape;105;p14"/>
          <p:cNvSpPr txBox="1"/>
          <p:nvPr>
            <p:ph idx="18" type="title"/>
          </p:nvPr>
        </p:nvSpPr>
        <p:spPr>
          <a:xfrm>
            <a:off x="6087600" y="3313579"/>
            <a:ext cx="2336400" cy="405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06" name="Google Shape;106;p14"/>
          <p:cNvSpPr txBox="1"/>
          <p:nvPr>
            <p:ph hasCustomPrompt="1" idx="19" type="title"/>
          </p:nvPr>
        </p:nvSpPr>
        <p:spPr>
          <a:xfrm>
            <a:off x="6850200" y="2714087"/>
            <a:ext cx="8112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900"/>
              <a:buNone/>
              <a:defRPr sz="3800"/>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a:r>
              <a:t>xx%</a:t>
            </a:r>
          </a:p>
        </p:txBody>
      </p:sp>
      <p:sp>
        <p:nvSpPr>
          <p:cNvPr id="107" name="Google Shape;107;p14"/>
          <p:cNvSpPr txBox="1"/>
          <p:nvPr>
            <p:ph idx="20" type="subTitle"/>
          </p:nvPr>
        </p:nvSpPr>
        <p:spPr>
          <a:xfrm>
            <a:off x="6087600" y="3705863"/>
            <a:ext cx="23364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1400">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108" name="Google Shape;108;p14"/>
          <p:cNvSpPr txBox="1"/>
          <p:nvPr>
            <p:ph idx="21" type="title"/>
          </p:nvPr>
        </p:nvSpPr>
        <p:spPr>
          <a:xfrm>
            <a:off x="2332400" y="445025"/>
            <a:ext cx="44793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cxnSp>
        <p:nvCxnSpPr>
          <p:cNvPr id="109" name="Google Shape;109;p14"/>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10" name="Google Shape;110;p14"/>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11" name="Google Shape;111;p14"/>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12" name="Google Shape;112;p14"/>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CUSTOM_2">
    <p:spTree>
      <p:nvGrpSpPr>
        <p:cNvPr id="113" name="Shape 113"/>
        <p:cNvGrpSpPr/>
        <p:nvPr/>
      </p:nvGrpSpPr>
      <p:grpSpPr>
        <a:xfrm>
          <a:off x="0" y="0"/>
          <a:ext cx="0" cy="0"/>
          <a:chOff x="0" y="0"/>
          <a:chExt cx="0" cy="0"/>
        </a:xfrm>
      </p:grpSpPr>
      <p:sp>
        <p:nvSpPr>
          <p:cNvPr id="114" name="Google Shape;114;p15"/>
          <p:cNvSpPr txBox="1"/>
          <p:nvPr>
            <p:ph type="title"/>
          </p:nvPr>
        </p:nvSpPr>
        <p:spPr>
          <a:xfrm>
            <a:off x="2410500" y="2808253"/>
            <a:ext cx="4323000" cy="497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4800"/>
              <a:buNone/>
              <a:defRPr/>
            </a:lvl1pPr>
            <a:lvl2pPr lvl="1" rtl="0" algn="ctr">
              <a:spcBef>
                <a:spcPts val="0"/>
              </a:spcBef>
              <a:spcAft>
                <a:spcPts val="0"/>
              </a:spcAft>
              <a:buSzPts val="4800"/>
              <a:buFont typeface="Crimson Text"/>
              <a:buNone/>
              <a:defRPr sz="4800">
                <a:latin typeface="Crimson Text"/>
                <a:ea typeface="Crimson Text"/>
                <a:cs typeface="Crimson Text"/>
                <a:sym typeface="Crimson Text"/>
              </a:defRPr>
            </a:lvl2pPr>
            <a:lvl3pPr lvl="2" rtl="0" algn="ctr">
              <a:spcBef>
                <a:spcPts val="0"/>
              </a:spcBef>
              <a:spcAft>
                <a:spcPts val="0"/>
              </a:spcAft>
              <a:buSzPts val="4800"/>
              <a:buFont typeface="Crimson Text"/>
              <a:buNone/>
              <a:defRPr sz="4800">
                <a:latin typeface="Crimson Text"/>
                <a:ea typeface="Crimson Text"/>
                <a:cs typeface="Crimson Text"/>
                <a:sym typeface="Crimson Text"/>
              </a:defRPr>
            </a:lvl3pPr>
            <a:lvl4pPr lvl="3" rtl="0" algn="ctr">
              <a:spcBef>
                <a:spcPts val="0"/>
              </a:spcBef>
              <a:spcAft>
                <a:spcPts val="0"/>
              </a:spcAft>
              <a:buSzPts val="4800"/>
              <a:buFont typeface="Crimson Text"/>
              <a:buNone/>
              <a:defRPr sz="4800">
                <a:latin typeface="Crimson Text"/>
                <a:ea typeface="Crimson Text"/>
                <a:cs typeface="Crimson Text"/>
                <a:sym typeface="Crimson Text"/>
              </a:defRPr>
            </a:lvl4pPr>
            <a:lvl5pPr lvl="4" rtl="0" algn="ctr">
              <a:spcBef>
                <a:spcPts val="0"/>
              </a:spcBef>
              <a:spcAft>
                <a:spcPts val="0"/>
              </a:spcAft>
              <a:buSzPts val="4800"/>
              <a:buFont typeface="Crimson Text"/>
              <a:buNone/>
              <a:defRPr sz="4800">
                <a:latin typeface="Crimson Text"/>
                <a:ea typeface="Crimson Text"/>
                <a:cs typeface="Crimson Text"/>
                <a:sym typeface="Crimson Text"/>
              </a:defRPr>
            </a:lvl5pPr>
            <a:lvl6pPr lvl="5" rtl="0" algn="ctr">
              <a:spcBef>
                <a:spcPts val="0"/>
              </a:spcBef>
              <a:spcAft>
                <a:spcPts val="0"/>
              </a:spcAft>
              <a:buSzPts val="4800"/>
              <a:buFont typeface="Crimson Text"/>
              <a:buNone/>
              <a:defRPr sz="4800">
                <a:latin typeface="Crimson Text"/>
                <a:ea typeface="Crimson Text"/>
                <a:cs typeface="Crimson Text"/>
                <a:sym typeface="Crimson Text"/>
              </a:defRPr>
            </a:lvl6pPr>
            <a:lvl7pPr lvl="6" rtl="0" algn="ctr">
              <a:spcBef>
                <a:spcPts val="0"/>
              </a:spcBef>
              <a:spcAft>
                <a:spcPts val="0"/>
              </a:spcAft>
              <a:buSzPts val="4800"/>
              <a:buFont typeface="Crimson Text"/>
              <a:buNone/>
              <a:defRPr sz="4800">
                <a:latin typeface="Crimson Text"/>
                <a:ea typeface="Crimson Text"/>
                <a:cs typeface="Crimson Text"/>
                <a:sym typeface="Crimson Text"/>
              </a:defRPr>
            </a:lvl7pPr>
            <a:lvl8pPr lvl="7" rtl="0" algn="ctr">
              <a:spcBef>
                <a:spcPts val="0"/>
              </a:spcBef>
              <a:spcAft>
                <a:spcPts val="0"/>
              </a:spcAft>
              <a:buSzPts val="4800"/>
              <a:buFont typeface="Crimson Text"/>
              <a:buNone/>
              <a:defRPr sz="4800">
                <a:latin typeface="Crimson Text"/>
                <a:ea typeface="Crimson Text"/>
                <a:cs typeface="Crimson Text"/>
                <a:sym typeface="Crimson Text"/>
              </a:defRPr>
            </a:lvl8pPr>
            <a:lvl9pPr lvl="8" rtl="0" algn="ctr">
              <a:spcBef>
                <a:spcPts val="0"/>
              </a:spcBef>
              <a:spcAft>
                <a:spcPts val="0"/>
              </a:spcAft>
              <a:buSzPts val="4800"/>
              <a:buFont typeface="Crimson Text"/>
              <a:buNone/>
              <a:defRPr sz="4800">
                <a:latin typeface="Crimson Text"/>
                <a:ea typeface="Crimson Text"/>
                <a:cs typeface="Crimson Text"/>
                <a:sym typeface="Crimson Text"/>
              </a:defRPr>
            </a:lvl9pPr>
          </a:lstStyle>
          <a:p/>
        </p:txBody>
      </p:sp>
      <p:sp>
        <p:nvSpPr>
          <p:cNvPr id="115" name="Google Shape;115;p15"/>
          <p:cNvSpPr txBox="1"/>
          <p:nvPr>
            <p:ph idx="1" type="subTitle"/>
          </p:nvPr>
        </p:nvSpPr>
        <p:spPr>
          <a:xfrm>
            <a:off x="1842900" y="1661963"/>
            <a:ext cx="5458200" cy="997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20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cxnSp>
        <p:nvCxnSpPr>
          <p:cNvPr id="116" name="Google Shape;116;p15"/>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17" name="Google Shape;117;p15"/>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1">
  <p:cSld name="CUSTOM_12">
    <p:spTree>
      <p:nvGrpSpPr>
        <p:cNvPr id="118" name="Shape 118"/>
        <p:cNvGrpSpPr/>
        <p:nvPr/>
      </p:nvGrpSpPr>
      <p:grpSpPr>
        <a:xfrm>
          <a:off x="0" y="0"/>
          <a:ext cx="0" cy="0"/>
          <a:chOff x="0" y="0"/>
          <a:chExt cx="0" cy="0"/>
        </a:xfrm>
      </p:grpSpPr>
      <p:sp>
        <p:nvSpPr>
          <p:cNvPr id="119" name="Google Shape;119;p16"/>
          <p:cNvSpPr txBox="1"/>
          <p:nvPr>
            <p:ph type="title"/>
          </p:nvPr>
        </p:nvSpPr>
        <p:spPr>
          <a:xfrm>
            <a:off x="699900" y="2821263"/>
            <a:ext cx="4323000" cy="497700"/>
          </a:xfrm>
          <a:prstGeom prst="rect">
            <a:avLst/>
          </a:prstGeom>
        </p:spPr>
        <p:txBody>
          <a:bodyPr anchorCtr="0" anchor="t" bIns="91425" lIns="91425" spcFirstLastPara="1" rIns="91425" wrap="square" tIns="91425">
            <a:noAutofit/>
          </a:bodyPr>
          <a:lstStyle>
            <a:lvl1pPr lvl="0" rtl="0">
              <a:spcBef>
                <a:spcPts val="0"/>
              </a:spcBef>
              <a:spcAft>
                <a:spcPts val="0"/>
              </a:spcAft>
              <a:buSzPts val="4800"/>
              <a:buNone/>
              <a:defRPr/>
            </a:lvl1pPr>
            <a:lvl2pPr lvl="1" rtl="0" algn="ctr">
              <a:spcBef>
                <a:spcPts val="0"/>
              </a:spcBef>
              <a:spcAft>
                <a:spcPts val="0"/>
              </a:spcAft>
              <a:buSzPts val="4800"/>
              <a:buFont typeface="Crimson Text"/>
              <a:buNone/>
              <a:defRPr sz="4800">
                <a:latin typeface="Crimson Text"/>
                <a:ea typeface="Crimson Text"/>
                <a:cs typeface="Crimson Text"/>
                <a:sym typeface="Crimson Text"/>
              </a:defRPr>
            </a:lvl2pPr>
            <a:lvl3pPr lvl="2" rtl="0" algn="ctr">
              <a:spcBef>
                <a:spcPts val="0"/>
              </a:spcBef>
              <a:spcAft>
                <a:spcPts val="0"/>
              </a:spcAft>
              <a:buSzPts val="4800"/>
              <a:buFont typeface="Crimson Text"/>
              <a:buNone/>
              <a:defRPr sz="4800">
                <a:latin typeface="Crimson Text"/>
                <a:ea typeface="Crimson Text"/>
                <a:cs typeface="Crimson Text"/>
                <a:sym typeface="Crimson Text"/>
              </a:defRPr>
            </a:lvl3pPr>
            <a:lvl4pPr lvl="3" rtl="0" algn="ctr">
              <a:spcBef>
                <a:spcPts val="0"/>
              </a:spcBef>
              <a:spcAft>
                <a:spcPts val="0"/>
              </a:spcAft>
              <a:buSzPts val="4800"/>
              <a:buFont typeface="Crimson Text"/>
              <a:buNone/>
              <a:defRPr sz="4800">
                <a:latin typeface="Crimson Text"/>
                <a:ea typeface="Crimson Text"/>
                <a:cs typeface="Crimson Text"/>
                <a:sym typeface="Crimson Text"/>
              </a:defRPr>
            </a:lvl4pPr>
            <a:lvl5pPr lvl="4" rtl="0" algn="ctr">
              <a:spcBef>
                <a:spcPts val="0"/>
              </a:spcBef>
              <a:spcAft>
                <a:spcPts val="0"/>
              </a:spcAft>
              <a:buSzPts val="4800"/>
              <a:buFont typeface="Crimson Text"/>
              <a:buNone/>
              <a:defRPr sz="4800">
                <a:latin typeface="Crimson Text"/>
                <a:ea typeface="Crimson Text"/>
                <a:cs typeface="Crimson Text"/>
                <a:sym typeface="Crimson Text"/>
              </a:defRPr>
            </a:lvl5pPr>
            <a:lvl6pPr lvl="5" rtl="0" algn="ctr">
              <a:spcBef>
                <a:spcPts val="0"/>
              </a:spcBef>
              <a:spcAft>
                <a:spcPts val="0"/>
              </a:spcAft>
              <a:buSzPts val="4800"/>
              <a:buFont typeface="Crimson Text"/>
              <a:buNone/>
              <a:defRPr sz="4800">
                <a:latin typeface="Crimson Text"/>
                <a:ea typeface="Crimson Text"/>
                <a:cs typeface="Crimson Text"/>
                <a:sym typeface="Crimson Text"/>
              </a:defRPr>
            </a:lvl6pPr>
            <a:lvl7pPr lvl="6" rtl="0" algn="ctr">
              <a:spcBef>
                <a:spcPts val="0"/>
              </a:spcBef>
              <a:spcAft>
                <a:spcPts val="0"/>
              </a:spcAft>
              <a:buSzPts val="4800"/>
              <a:buFont typeface="Crimson Text"/>
              <a:buNone/>
              <a:defRPr sz="4800">
                <a:latin typeface="Crimson Text"/>
                <a:ea typeface="Crimson Text"/>
                <a:cs typeface="Crimson Text"/>
                <a:sym typeface="Crimson Text"/>
              </a:defRPr>
            </a:lvl7pPr>
            <a:lvl8pPr lvl="7" rtl="0" algn="ctr">
              <a:spcBef>
                <a:spcPts val="0"/>
              </a:spcBef>
              <a:spcAft>
                <a:spcPts val="0"/>
              </a:spcAft>
              <a:buSzPts val="4800"/>
              <a:buFont typeface="Crimson Text"/>
              <a:buNone/>
              <a:defRPr sz="4800">
                <a:latin typeface="Crimson Text"/>
                <a:ea typeface="Crimson Text"/>
                <a:cs typeface="Crimson Text"/>
                <a:sym typeface="Crimson Text"/>
              </a:defRPr>
            </a:lvl8pPr>
            <a:lvl9pPr lvl="8" rtl="0" algn="ctr">
              <a:spcBef>
                <a:spcPts val="0"/>
              </a:spcBef>
              <a:spcAft>
                <a:spcPts val="0"/>
              </a:spcAft>
              <a:buSzPts val="4800"/>
              <a:buFont typeface="Crimson Text"/>
              <a:buNone/>
              <a:defRPr sz="4800">
                <a:latin typeface="Crimson Text"/>
                <a:ea typeface="Crimson Text"/>
                <a:cs typeface="Crimson Text"/>
                <a:sym typeface="Crimson Text"/>
              </a:defRPr>
            </a:lvl9pPr>
          </a:lstStyle>
          <a:p/>
        </p:txBody>
      </p:sp>
      <p:sp>
        <p:nvSpPr>
          <p:cNvPr id="120" name="Google Shape;120;p16"/>
          <p:cNvSpPr txBox="1"/>
          <p:nvPr>
            <p:ph idx="1" type="subTitle"/>
          </p:nvPr>
        </p:nvSpPr>
        <p:spPr>
          <a:xfrm>
            <a:off x="699900" y="1675902"/>
            <a:ext cx="5458200" cy="997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800"/>
              <a:buNone/>
              <a:defRPr sz="20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cxnSp>
        <p:nvCxnSpPr>
          <p:cNvPr id="121" name="Google Shape;121;p16"/>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22" name="Google Shape;122;p16"/>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23" name="Google Shape;123;p16"/>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24" name="Google Shape;124;p16"/>
          <p:cNvCxnSpPr/>
          <p:nvPr/>
        </p:nvCxnSpPr>
        <p:spPr>
          <a:xfrm flipH="1">
            <a:off x="-237137" y="-71162"/>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13">
    <p:spTree>
      <p:nvGrpSpPr>
        <p:cNvPr id="125" name="Shape 125"/>
        <p:cNvGrpSpPr/>
        <p:nvPr/>
      </p:nvGrpSpPr>
      <p:grpSpPr>
        <a:xfrm>
          <a:off x="0" y="0"/>
          <a:ext cx="0" cy="0"/>
          <a:chOff x="0" y="0"/>
          <a:chExt cx="0" cy="0"/>
        </a:xfrm>
      </p:grpSpPr>
      <p:sp>
        <p:nvSpPr>
          <p:cNvPr id="126" name="Google Shape;126;p17"/>
          <p:cNvSpPr txBox="1"/>
          <p:nvPr>
            <p:ph idx="1" type="subTitle"/>
          </p:nvPr>
        </p:nvSpPr>
        <p:spPr>
          <a:xfrm>
            <a:off x="2648400" y="1682000"/>
            <a:ext cx="3847200" cy="2379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accent1"/>
              </a:buClr>
              <a:buSzPts val="1400"/>
              <a:buChar char="●"/>
              <a:defRPr sz="1400"/>
            </a:lvl1pPr>
            <a:lvl2pPr lvl="1" rtl="0" algn="ctr">
              <a:spcBef>
                <a:spcPts val="0"/>
              </a:spcBef>
              <a:spcAft>
                <a:spcPts val="0"/>
              </a:spcAft>
              <a:buClr>
                <a:schemeClr val="dk1"/>
              </a:buClr>
              <a:buSzPts val="1400"/>
              <a:buChar char="○"/>
              <a:defRPr/>
            </a:lvl2pPr>
            <a:lvl3pPr lvl="2" rtl="0" algn="ctr">
              <a:spcBef>
                <a:spcPts val="0"/>
              </a:spcBef>
              <a:spcAft>
                <a:spcPts val="0"/>
              </a:spcAft>
              <a:buClr>
                <a:schemeClr val="dk1"/>
              </a:buClr>
              <a:buSzPts val="1400"/>
              <a:buChar char="■"/>
              <a:defRPr/>
            </a:lvl3pPr>
            <a:lvl4pPr lvl="3" rtl="0" algn="ctr">
              <a:spcBef>
                <a:spcPts val="0"/>
              </a:spcBef>
              <a:spcAft>
                <a:spcPts val="0"/>
              </a:spcAft>
              <a:buClr>
                <a:schemeClr val="dk1"/>
              </a:buClr>
              <a:buSzPts val="1400"/>
              <a:buChar char="●"/>
              <a:defRPr/>
            </a:lvl4pPr>
            <a:lvl5pPr lvl="4" rtl="0" algn="ctr">
              <a:spcBef>
                <a:spcPts val="0"/>
              </a:spcBef>
              <a:spcAft>
                <a:spcPts val="0"/>
              </a:spcAft>
              <a:buClr>
                <a:schemeClr val="dk1"/>
              </a:buClr>
              <a:buSzPts val="1400"/>
              <a:buChar char="○"/>
              <a:defRPr/>
            </a:lvl5pPr>
            <a:lvl6pPr lvl="5" rtl="0" algn="ctr">
              <a:spcBef>
                <a:spcPts val="0"/>
              </a:spcBef>
              <a:spcAft>
                <a:spcPts val="0"/>
              </a:spcAft>
              <a:buClr>
                <a:schemeClr val="dk1"/>
              </a:buClr>
              <a:buSzPts val="1400"/>
              <a:buChar char="■"/>
              <a:defRPr/>
            </a:lvl6pPr>
            <a:lvl7pPr lvl="6" rtl="0" algn="ctr">
              <a:spcBef>
                <a:spcPts val="0"/>
              </a:spcBef>
              <a:spcAft>
                <a:spcPts val="0"/>
              </a:spcAft>
              <a:buClr>
                <a:schemeClr val="dk1"/>
              </a:buClr>
              <a:buSzPts val="1400"/>
              <a:buChar char="●"/>
              <a:defRPr/>
            </a:lvl7pPr>
            <a:lvl8pPr lvl="7" rtl="0" algn="ctr">
              <a:spcBef>
                <a:spcPts val="0"/>
              </a:spcBef>
              <a:spcAft>
                <a:spcPts val="0"/>
              </a:spcAft>
              <a:buClr>
                <a:schemeClr val="dk1"/>
              </a:buClr>
              <a:buSzPts val="1400"/>
              <a:buChar char="○"/>
              <a:defRPr/>
            </a:lvl8pPr>
            <a:lvl9pPr lvl="8" rtl="0" algn="ctr">
              <a:spcBef>
                <a:spcPts val="0"/>
              </a:spcBef>
              <a:spcAft>
                <a:spcPts val="0"/>
              </a:spcAft>
              <a:buClr>
                <a:schemeClr val="dk1"/>
              </a:buClr>
              <a:buSzPts val="1400"/>
              <a:buChar char="■"/>
              <a:defRPr/>
            </a:lvl9pPr>
          </a:lstStyle>
          <a:p/>
        </p:txBody>
      </p:sp>
      <p:sp>
        <p:nvSpPr>
          <p:cNvPr id="127" name="Google Shape;127;p17"/>
          <p:cNvSpPr txBox="1"/>
          <p:nvPr>
            <p:ph type="title"/>
          </p:nvPr>
        </p:nvSpPr>
        <p:spPr>
          <a:xfrm>
            <a:off x="1732050" y="445025"/>
            <a:ext cx="56799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cxnSp>
        <p:nvCxnSpPr>
          <p:cNvPr id="128" name="Google Shape;128;p17"/>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29" name="Google Shape;129;p17"/>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30" name="Google Shape;130;p17"/>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31" name="Google Shape;131;p17"/>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SECTION_TITLE_AND_DESCRIPTION_1">
    <p:spTree>
      <p:nvGrpSpPr>
        <p:cNvPr id="132" name="Shape 132"/>
        <p:cNvGrpSpPr/>
        <p:nvPr/>
      </p:nvGrpSpPr>
      <p:grpSpPr>
        <a:xfrm>
          <a:off x="0" y="0"/>
          <a:ext cx="0" cy="0"/>
          <a:chOff x="0" y="0"/>
          <a:chExt cx="0" cy="0"/>
        </a:xfrm>
      </p:grpSpPr>
      <p:sp>
        <p:nvSpPr>
          <p:cNvPr id="133" name="Google Shape;133;p18"/>
          <p:cNvSpPr txBox="1"/>
          <p:nvPr>
            <p:ph idx="1" type="subTitle"/>
          </p:nvPr>
        </p:nvSpPr>
        <p:spPr>
          <a:xfrm>
            <a:off x="895950" y="1682000"/>
            <a:ext cx="3847200" cy="2379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accent1"/>
              </a:buClr>
              <a:buSzPts val="1400"/>
              <a:buChar char="●"/>
              <a:defRPr sz="1400"/>
            </a:lvl1pPr>
            <a:lvl2pPr lvl="1" algn="ctr">
              <a:spcBef>
                <a:spcPts val="0"/>
              </a:spcBef>
              <a:spcAft>
                <a:spcPts val="0"/>
              </a:spcAft>
              <a:buSzPts val="1400"/>
              <a:buChar char="○"/>
              <a:defRPr/>
            </a:lvl2pPr>
            <a:lvl3pPr lvl="2" algn="ctr">
              <a:spcBef>
                <a:spcPts val="0"/>
              </a:spcBef>
              <a:spcAft>
                <a:spcPts val="0"/>
              </a:spcAft>
              <a:buSzPts val="1400"/>
              <a:buChar char="■"/>
              <a:defRPr/>
            </a:lvl3pPr>
            <a:lvl4pPr lvl="3" algn="ctr">
              <a:spcBef>
                <a:spcPts val="0"/>
              </a:spcBef>
              <a:spcAft>
                <a:spcPts val="0"/>
              </a:spcAft>
              <a:buSzPts val="1400"/>
              <a:buChar char="●"/>
              <a:defRPr/>
            </a:lvl4pPr>
            <a:lvl5pPr lvl="4" algn="ctr">
              <a:spcBef>
                <a:spcPts val="0"/>
              </a:spcBef>
              <a:spcAft>
                <a:spcPts val="0"/>
              </a:spcAft>
              <a:buSzPts val="1400"/>
              <a:buChar char="○"/>
              <a:defRPr/>
            </a:lvl5pPr>
            <a:lvl6pPr lvl="5" algn="ctr">
              <a:spcBef>
                <a:spcPts val="0"/>
              </a:spcBef>
              <a:spcAft>
                <a:spcPts val="0"/>
              </a:spcAft>
              <a:buSzPts val="1400"/>
              <a:buChar char="■"/>
              <a:defRPr/>
            </a:lvl6pPr>
            <a:lvl7pPr lvl="6" algn="ctr">
              <a:spcBef>
                <a:spcPts val="0"/>
              </a:spcBef>
              <a:spcAft>
                <a:spcPts val="0"/>
              </a:spcAft>
              <a:buSzPts val="1400"/>
              <a:buChar char="●"/>
              <a:defRPr/>
            </a:lvl7pPr>
            <a:lvl8pPr lvl="7" algn="ctr">
              <a:spcBef>
                <a:spcPts val="0"/>
              </a:spcBef>
              <a:spcAft>
                <a:spcPts val="0"/>
              </a:spcAft>
              <a:buSzPts val="1400"/>
              <a:buChar char="○"/>
              <a:defRPr/>
            </a:lvl8pPr>
            <a:lvl9pPr lvl="8" algn="ctr">
              <a:spcBef>
                <a:spcPts val="0"/>
              </a:spcBef>
              <a:spcAft>
                <a:spcPts val="0"/>
              </a:spcAft>
              <a:buSzPts val="1400"/>
              <a:buChar char="■"/>
              <a:defRPr/>
            </a:lvl9pPr>
          </a:lstStyle>
          <a:p/>
        </p:txBody>
      </p:sp>
      <p:sp>
        <p:nvSpPr>
          <p:cNvPr id="134" name="Google Shape;134;p18"/>
          <p:cNvSpPr txBox="1"/>
          <p:nvPr>
            <p:ph type="title"/>
          </p:nvPr>
        </p:nvSpPr>
        <p:spPr>
          <a:xfrm>
            <a:off x="713225" y="445025"/>
            <a:ext cx="56799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cxnSp>
        <p:nvCxnSpPr>
          <p:cNvPr id="135" name="Google Shape;135;p18"/>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36" name="Google Shape;136;p18"/>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37" name="Google Shape;137;p18"/>
          <p:cNvCxnSpPr/>
          <p:nvPr/>
        </p:nvCxnSpPr>
        <p:spPr>
          <a:xfrm flipH="1">
            <a:off x="5925450" y="2797500"/>
            <a:ext cx="3378000" cy="24669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3">
    <p:spTree>
      <p:nvGrpSpPr>
        <p:cNvPr id="138" name="Shape 138"/>
        <p:cNvGrpSpPr/>
        <p:nvPr/>
      </p:nvGrpSpPr>
      <p:grpSpPr>
        <a:xfrm>
          <a:off x="0" y="0"/>
          <a:ext cx="0" cy="0"/>
          <a:chOff x="0" y="0"/>
          <a:chExt cx="0" cy="0"/>
        </a:xfrm>
      </p:grpSpPr>
      <p:sp>
        <p:nvSpPr>
          <p:cNvPr id="139" name="Google Shape;139;p19"/>
          <p:cNvSpPr txBox="1"/>
          <p:nvPr>
            <p:ph type="title"/>
          </p:nvPr>
        </p:nvSpPr>
        <p:spPr>
          <a:xfrm>
            <a:off x="845550" y="1482825"/>
            <a:ext cx="7452900" cy="12912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9000"/>
              <a:buNone/>
              <a:defRPr sz="7000"/>
            </a:lvl1pPr>
            <a:lvl2pPr lvl="1" rtl="0" algn="ctr">
              <a:spcBef>
                <a:spcPts val="0"/>
              </a:spcBef>
              <a:spcAft>
                <a:spcPts val="0"/>
              </a:spcAft>
              <a:buSzPts val="9000"/>
              <a:buNone/>
              <a:defRPr sz="9000"/>
            </a:lvl2pPr>
            <a:lvl3pPr lvl="2" rtl="0" algn="ctr">
              <a:spcBef>
                <a:spcPts val="0"/>
              </a:spcBef>
              <a:spcAft>
                <a:spcPts val="0"/>
              </a:spcAft>
              <a:buSzPts val="9000"/>
              <a:buNone/>
              <a:defRPr sz="9000"/>
            </a:lvl3pPr>
            <a:lvl4pPr lvl="3" rtl="0" algn="ctr">
              <a:spcBef>
                <a:spcPts val="0"/>
              </a:spcBef>
              <a:spcAft>
                <a:spcPts val="0"/>
              </a:spcAft>
              <a:buSzPts val="9000"/>
              <a:buNone/>
              <a:defRPr sz="9000"/>
            </a:lvl4pPr>
            <a:lvl5pPr lvl="4" rtl="0" algn="ctr">
              <a:spcBef>
                <a:spcPts val="0"/>
              </a:spcBef>
              <a:spcAft>
                <a:spcPts val="0"/>
              </a:spcAft>
              <a:buSzPts val="9000"/>
              <a:buNone/>
              <a:defRPr sz="9000"/>
            </a:lvl5pPr>
            <a:lvl6pPr lvl="5" rtl="0" algn="ctr">
              <a:spcBef>
                <a:spcPts val="0"/>
              </a:spcBef>
              <a:spcAft>
                <a:spcPts val="0"/>
              </a:spcAft>
              <a:buSzPts val="9000"/>
              <a:buNone/>
              <a:defRPr sz="9000"/>
            </a:lvl6pPr>
            <a:lvl7pPr lvl="6" rtl="0" algn="ctr">
              <a:spcBef>
                <a:spcPts val="0"/>
              </a:spcBef>
              <a:spcAft>
                <a:spcPts val="0"/>
              </a:spcAft>
              <a:buSzPts val="9000"/>
              <a:buNone/>
              <a:defRPr sz="9000"/>
            </a:lvl7pPr>
            <a:lvl8pPr lvl="7" rtl="0" algn="ctr">
              <a:spcBef>
                <a:spcPts val="0"/>
              </a:spcBef>
              <a:spcAft>
                <a:spcPts val="0"/>
              </a:spcAft>
              <a:buSzPts val="9000"/>
              <a:buNone/>
              <a:defRPr sz="9000"/>
            </a:lvl8pPr>
            <a:lvl9pPr lvl="8" rtl="0" algn="ctr">
              <a:spcBef>
                <a:spcPts val="0"/>
              </a:spcBef>
              <a:spcAft>
                <a:spcPts val="0"/>
              </a:spcAft>
              <a:buSzPts val="9000"/>
              <a:buNone/>
              <a:defRPr sz="9000"/>
            </a:lvl9pPr>
          </a:lstStyle>
          <a:p/>
        </p:txBody>
      </p:sp>
      <p:sp>
        <p:nvSpPr>
          <p:cNvPr id="140" name="Google Shape;140;p19"/>
          <p:cNvSpPr txBox="1"/>
          <p:nvPr>
            <p:ph idx="1" type="subTitle"/>
          </p:nvPr>
        </p:nvSpPr>
        <p:spPr>
          <a:xfrm>
            <a:off x="2299500" y="2972150"/>
            <a:ext cx="4545000" cy="554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14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cxnSp>
        <p:nvCxnSpPr>
          <p:cNvPr id="141" name="Google Shape;141;p19"/>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42" name="Google Shape;142;p19"/>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14">
    <p:spTree>
      <p:nvGrpSpPr>
        <p:cNvPr id="143" name="Shape 143"/>
        <p:cNvGrpSpPr/>
        <p:nvPr/>
      </p:nvGrpSpPr>
      <p:grpSpPr>
        <a:xfrm>
          <a:off x="0" y="0"/>
          <a:ext cx="0" cy="0"/>
          <a:chOff x="0" y="0"/>
          <a:chExt cx="0" cy="0"/>
        </a:xfrm>
      </p:grpSpPr>
      <p:sp>
        <p:nvSpPr>
          <p:cNvPr id="144" name="Google Shape;144;p20"/>
          <p:cNvSpPr txBox="1"/>
          <p:nvPr>
            <p:ph type="title"/>
          </p:nvPr>
        </p:nvSpPr>
        <p:spPr>
          <a:xfrm>
            <a:off x="3742850" y="1549875"/>
            <a:ext cx="4545000" cy="1291200"/>
          </a:xfrm>
          <a:prstGeom prst="rect">
            <a:avLst/>
          </a:prstGeom>
        </p:spPr>
        <p:txBody>
          <a:bodyPr anchorCtr="0" anchor="t" bIns="91425" lIns="91425" spcFirstLastPara="1" rIns="91425" wrap="square" tIns="91425">
            <a:noAutofit/>
          </a:bodyPr>
          <a:lstStyle>
            <a:lvl1pPr lvl="0" rtl="0">
              <a:spcBef>
                <a:spcPts val="0"/>
              </a:spcBef>
              <a:spcAft>
                <a:spcPts val="0"/>
              </a:spcAft>
              <a:buSzPts val="9000"/>
              <a:buNone/>
              <a:defRPr sz="9000"/>
            </a:lvl1pPr>
            <a:lvl2pPr lvl="1" rtl="0">
              <a:spcBef>
                <a:spcPts val="0"/>
              </a:spcBef>
              <a:spcAft>
                <a:spcPts val="0"/>
              </a:spcAft>
              <a:buSzPts val="9000"/>
              <a:buNone/>
              <a:defRPr sz="9000"/>
            </a:lvl2pPr>
            <a:lvl3pPr lvl="2" rtl="0">
              <a:spcBef>
                <a:spcPts val="0"/>
              </a:spcBef>
              <a:spcAft>
                <a:spcPts val="0"/>
              </a:spcAft>
              <a:buSzPts val="9000"/>
              <a:buNone/>
              <a:defRPr sz="9000"/>
            </a:lvl3pPr>
            <a:lvl4pPr lvl="3" rtl="0">
              <a:spcBef>
                <a:spcPts val="0"/>
              </a:spcBef>
              <a:spcAft>
                <a:spcPts val="0"/>
              </a:spcAft>
              <a:buSzPts val="9000"/>
              <a:buNone/>
              <a:defRPr sz="9000"/>
            </a:lvl4pPr>
            <a:lvl5pPr lvl="4" rtl="0">
              <a:spcBef>
                <a:spcPts val="0"/>
              </a:spcBef>
              <a:spcAft>
                <a:spcPts val="0"/>
              </a:spcAft>
              <a:buSzPts val="9000"/>
              <a:buNone/>
              <a:defRPr sz="9000"/>
            </a:lvl5pPr>
            <a:lvl6pPr lvl="5" rtl="0">
              <a:spcBef>
                <a:spcPts val="0"/>
              </a:spcBef>
              <a:spcAft>
                <a:spcPts val="0"/>
              </a:spcAft>
              <a:buSzPts val="9000"/>
              <a:buNone/>
              <a:defRPr sz="9000"/>
            </a:lvl6pPr>
            <a:lvl7pPr lvl="6" rtl="0">
              <a:spcBef>
                <a:spcPts val="0"/>
              </a:spcBef>
              <a:spcAft>
                <a:spcPts val="0"/>
              </a:spcAft>
              <a:buSzPts val="9000"/>
              <a:buNone/>
              <a:defRPr sz="9000"/>
            </a:lvl7pPr>
            <a:lvl8pPr lvl="7" rtl="0">
              <a:spcBef>
                <a:spcPts val="0"/>
              </a:spcBef>
              <a:spcAft>
                <a:spcPts val="0"/>
              </a:spcAft>
              <a:buSzPts val="9000"/>
              <a:buNone/>
              <a:defRPr sz="9000"/>
            </a:lvl8pPr>
            <a:lvl9pPr lvl="8" rtl="0">
              <a:spcBef>
                <a:spcPts val="0"/>
              </a:spcBef>
              <a:spcAft>
                <a:spcPts val="0"/>
              </a:spcAft>
              <a:buSzPts val="9000"/>
              <a:buNone/>
              <a:defRPr sz="9000"/>
            </a:lvl9pPr>
          </a:lstStyle>
          <a:p/>
        </p:txBody>
      </p:sp>
      <p:sp>
        <p:nvSpPr>
          <p:cNvPr id="145" name="Google Shape;145;p20"/>
          <p:cNvSpPr txBox="1"/>
          <p:nvPr>
            <p:ph idx="1" type="subTitle"/>
          </p:nvPr>
        </p:nvSpPr>
        <p:spPr>
          <a:xfrm>
            <a:off x="3742850" y="3039213"/>
            <a:ext cx="4545000" cy="554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800"/>
              <a:buNone/>
              <a:defRPr sz="1400"/>
            </a:lvl1pPr>
            <a:lvl2pPr lvl="1" rtl="0">
              <a:lnSpc>
                <a:spcPct val="100000"/>
              </a:lnSpc>
              <a:spcBef>
                <a:spcPts val="0"/>
              </a:spcBef>
              <a:spcAft>
                <a:spcPts val="0"/>
              </a:spcAft>
              <a:buSzPts val="2100"/>
              <a:buNone/>
              <a:defRPr sz="2100"/>
            </a:lvl2pPr>
            <a:lvl3pPr lvl="2" rtl="0">
              <a:lnSpc>
                <a:spcPct val="100000"/>
              </a:lnSpc>
              <a:spcBef>
                <a:spcPts val="0"/>
              </a:spcBef>
              <a:spcAft>
                <a:spcPts val="0"/>
              </a:spcAft>
              <a:buSzPts val="2100"/>
              <a:buNone/>
              <a:defRPr sz="2100"/>
            </a:lvl3pPr>
            <a:lvl4pPr lvl="3" rtl="0">
              <a:lnSpc>
                <a:spcPct val="100000"/>
              </a:lnSpc>
              <a:spcBef>
                <a:spcPts val="0"/>
              </a:spcBef>
              <a:spcAft>
                <a:spcPts val="0"/>
              </a:spcAft>
              <a:buSzPts val="2100"/>
              <a:buNone/>
              <a:defRPr sz="2100"/>
            </a:lvl4pPr>
            <a:lvl5pPr lvl="4" rtl="0">
              <a:lnSpc>
                <a:spcPct val="100000"/>
              </a:lnSpc>
              <a:spcBef>
                <a:spcPts val="0"/>
              </a:spcBef>
              <a:spcAft>
                <a:spcPts val="0"/>
              </a:spcAft>
              <a:buSzPts val="2100"/>
              <a:buNone/>
              <a:defRPr sz="2100"/>
            </a:lvl5pPr>
            <a:lvl6pPr lvl="5" rtl="0">
              <a:lnSpc>
                <a:spcPct val="100000"/>
              </a:lnSpc>
              <a:spcBef>
                <a:spcPts val="0"/>
              </a:spcBef>
              <a:spcAft>
                <a:spcPts val="0"/>
              </a:spcAft>
              <a:buSzPts val="2100"/>
              <a:buNone/>
              <a:defRPr sz="2100"/>
            </a:lvl6pPr>
            <a:lvl7pPr lvl="6" rtl="0">
              <a:lnSpc>
                <a:spcPct val="100000"/>
              </a:lnSpc>
              <a:spcBef>
                <a:spcPts val="0"/>
              </a:spcBef>
              <a:spcAft>
                <a:spcPts val="0"/>
              </a:spcAft>
              <a:buSzPts val="2100"/>
              <a:buNone/>
              <a:defRPr sz="2100"/>
            </a:lvl7pPr>
            <a:lvl8pPr lvl="7" rtl="0">
              <a:lnSpc>
                <a:spcPct val="100000"/>
              </a:lnSpc>
              <a:spcBef>
                <a:spcPts val="0"/>
              </a:spcBef>
              <a:spcAft>
                <a:spcPts val="0"/>
              </a:spcAft>
              <a:buSzPts val="2100"/>
              <a:buNone/>
              <a:defRPr sz="2100"/>
            </a:lvl8pPr>
            <a:lvl9pPr lvl="8" rtl="0">
              <a:lnSpc>
                <a:spcPct val="100000"/>
              </a:lnSpc>
              <a:spcBef>
                <a:spcPts val="0"/>
              </a:spcBef>
              <a:spcAft>
                <a:spcPts val="0"/>
              </a:spcAft>
              <a:buSzPts val="2100"/>
              <a:buNone/>
              <a:defRPr sz="2100"/>
            </a:lvl9pPr>
          </a:lstStyle>
          <a:p/>
        </p:txBody>
      </p:sp>
      <p:cxnSp>
        <p:nvCxnSpPr>
          <p:cNvPr id="146" name="Google Shape;146;p20"/>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47" name="Google Shape;147;p20"/>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48" name="Google Shape;148;p20"/>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49" name="Google Shape;149;p20"/>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50" name="Google Shape;150;p20"/>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51" name="Google Shape;151;p20"/>
          <p:cNvCxnSpPr/>
          <p:nvPr/>
        </p:nvCxnSpPr>
        <p:spPr>
          <a:xfrm flipH="1">
            <a:off x="-237137" y="-71162"/>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CUSTOM_15">
    <p:spTree>
      <p:nvGrpSpPr>
        <p:cNvPr id="152" name="Shape 152"/>
        <p:cNvGrpSpPr/>
        <p:nvPr/>
      </p:nvGrpSpPr>
      <p:grpSpPr>
        <a:xfrm>
          <a:off x="0" y="0"/>
          <a:ext cx="0" cy="0"/>
          <a:chOff x="0" y="0"/>
          <a:chExt cx="0" cy="0"/>
        </a:xfrm>
      </p:grpSpPr>
      <p:sp>
        <p:nvSpPr>
          <p:cNvPr id="153" name="Google Shape;153;p21"/>
          <p:cNvSpPr txBox="1"/>
          <p:nvPr>
            <p:ph type="title"/>
          </p:nvPr>
        </p:nvSpPr>
        <p:spPr>
          <a:xfrm>
            <a:off x="427325" y="2511800"/>
            <a:ext cx="4965600" cy="1113300"/>
          </a:xfrm>
          <a:prstGeom prst="rect">
            <a:avLst/>
          </a:prstGeom>
          <a:noFill/>
        </p:spPr>
        <p:txBody>
          <a:bodyPr anchorCtr="0" anchor="t" bIns="91425" lIns="91425" spcFirstLastPara="1" rIns="91425" wrap="square" tIns="91425">
            <a:noAutofit/>
          </a:bodyPr>
          <a:lstStyle>
            <a:lvl1pPr lvl="0" rtl="0" algn="r">
              <a:spcBef>
                <a:spcPts val="0"/>
              </a:spcBef>
              <a:spcAft>
                <a:spcPts val="0"/>
              </a:spcAft>
              <a:buClr>
                <a:schemeClr val="accent4"/>
              </a:buClr>
              <a:buSzPts val="3600"/>
              <a:buNone/>
              <a:defRPr sz="40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54" name="Google Shape;154;p21"/>
          <p:cNvSpPr txBox="1"/>
          <p:nvPr>
            <p:ph hasCustomPrompt="1" idx="2" type="title"/>
          </p:nvPr>
        </p:nvSpPr>
        <p:spPr>
          <a:xfrm>
            <a:off x="3741925" y="1484693"/>
            <a:ext cx="1650900" cy="978300"/>
          </a:xfrm>
          <a:prstGeom prst="rect">
            <a:avLst/>
          </a:prstGeom>
        </p:spPr>
        <p:txBody>
          <a:bodyPr anchorCtr="0" anchor="t" bIns="91425" lIns="91425" spcFirstLastPara="1" rIns="91425" wrap="square" tIns="91425">
            <a:noAutofit/>
          </a:bodyPr>
          <a:lstStyle>
            <a:lvl1pPr lvl="0" rtl="0" algn="r">
              <a:spcBef>
                <a:spcPts val="0"/>
              </a:spcBef>
              <a:spcAft>
                <a:spcPts val="0"/>
              </a:spcAft>
              <a:buSzPts val="6000"/>
              <a:buNone/>
              <a:defRPr sz="7000">
                <a:solidFill>
                  <a:schemeClr val="accent1"/>
                </a:solidFill>
              </a:defRPr>
            </a:lvl1pPr>
            <a:lvl2pPr lvl="1" rtl="0" algn="ctr">
              <a:spcBef>
                <a:spcPts val="0"/>
              </a:spcBef>
              <a:spcAft>
                <a:spcPts val="0"/>
              </a:spcAft>
              <a:buSzPts val="6000"/>
              <a:buNone/>
              <a:defRPr b="1" sz="6000"/>
            </a:lvl2pPr>
            <a:lvl3pPr lvl="2" rtl="0" algn="ctr">
              <a:spcBef>
                <a:spcPts val="0"/>
              </a:spcBef>
              <a:spcAft>
                <a:spcPts val="0"/>
              </a:spcAft>
              <a:buSzPts val="6000"/>
              <a:buNone/>
              <a:defRPr b="1" sz="6000"/>
            </a:lvl3pPr>
            <a:lvl4pPr lvl="3" rtl="0" algn="ctr">
              <a:spcBef>
                <a:spcPts val="0"/>
              </a:spcBef>
              <a:spcAft>
                <a:spcPts val="0"/>
              </a:spcAft>
              <a:buSzPts val="6000"/>
              <a:buNone/>
              <a:defRPr b="1" sz="6000"/>
            </a:lvl4pPr>
            <a:lvl5pPr lvl="4" rtl="0" algn="ctr">
              <a:spcBef>
                <a:spcPts val="0"/>
              </a:spcBef>
              <a:spcAft>
                <a:spcPts val="0"/>
              </a:spcAft>
              <a:buSzPts val="6000"/>
              <a:buNone/>
              <a:defRPr b="1" sz="6000"/>
            </a:lvl5pPr>
            <a:lvl6pPr lvl="5" rtl="0" algn="ctr">
              <a:spcBef>
                <a:spcPts val="0"/>
              </a:spcBef>
              <a:spcAft>
                <a:spcPts val="0"/>
              </a:spcAft>
              <a:buSzPts val="6000"/>
              <a:buNone/>
              <a:defRPr b="1" sz="6000"/>
            </a:lvl6pPr>
            <a:lvl7pPr lvl="6" rtl="0" algn="ctr">
              <a:spcBef>
                <a:spcPts val="0"/>
              </a:spcBef>
              <a:spcAft>
                <a:spcPts val="0"/>
              </a:spcAft>
              <a:buSzPts val="6000"/>
              <a:buNone/>
              <a:defRPr b="1" sz="6000"/>
            </a:lvl7pPr>
            <a:lvl8pPr lvl="7" rtl="0" algn="ctr">
              <a:spcBef>
                <a:spcPts val="0"/>
              </a:spcBef>
              <a:spcAft>
                <a:spcPts val="0"/>
              </a:spcAft>
              <a:buSzPts val="6000"/>
              <a:buNone/>
              <a:defRPr b="1" sz="6000"/>
            </a:lvl8pPr>
            <a:lvl9pPr lvl="8" rtl="0" algn="ctr">
              <a:spcBef>
                <a:spcPts val="0"/>
              </a:spcBef>
              <a:spcAft>
                <a:spcPts val="0"/>
              </a:spcAft>
              <a:buSzPts val="6000"/>
              <a:buNone/>
              <a:defRPr b="1" sz="6000"/>
            </a:lvl9pPr>
          </a:lstStyle>
          <a:p>
            <a:r>
              <a:t>xx%</a:t>
            </a:r>
          </a:p>
        </p:txBody>
      </p:sp>
      <p:sp>
        <p:nvSpPr>
          <p:cNvPr id="155" name="Google Shape;155;p21"/>
          <p:cNvSpPr txBox="1"/>
          <p:nvPr>
            <p:ph idx="1" type="subTitle"/>
          </p:nvPr>
        </p:nvSpPr>
        <p:spPr>
          <a:xfrm>
            <a:off x="831625" y="3625000"/>
            <a:ext cx="4561200" cy="393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cxnSp>
        <p:nvCxnSpPr>
          <p:cNvPr id="156" name="Google Shape;156;p21"/>
          <p:cNvCxnSpPr/>
          <p:nvPr/>
        </p:nvCxnSpPr>
        <p:spPr>
          <a:xfrm rot="10800000">
            <a:off x="-30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57" name="Google Shape;157;p21"/>
          <p:cNvCxnSpPr/>
          <p:nvPr/>
        </p:nvCxnSpPr>
        <p:spPr>
          <a:xfrm rot="10800000">
            <a:off x="-30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58" name="Google Shape;158;p21"/>
          <p:cNvCxnSpPr/>
          <p:nvPr/>
        </p:nvCxnSpPr>
        <p:spPr>
          <a:xfrm>
            <a:off x="-112875" y="3979775"/>
            <a:ext cx="1378500" cy="12363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59" name="Google Shape;159;p21"/>
          <p:cNvCxnSpPr/>
          <p:nvPr/>
        </p:nvCxnSpPr>
        <p:spPr>
          <a:xfrm>
            <a:off x="7908725" y="-88700"/>
            <a:ext cx="1418700" cy="10644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_ONLY_1">
    <p:spTree>
      <p:nvGrpSpPr>
        <p:cNvPr id="160" name="Shape 160"/>
        <p:cNvGrpSpPr/>
        <p:nvPr/>
      </p:nvGrpSpPr>
      <p:grpSpPr>
        <a:xfrm>
          <a:off x="0" y="0"/>
          <a:ext cx="0" cy="0"/>
          <a:chOff x="0" y="0"/>
          <a:chExt cx="0" cy="0"/>
        </a:xfrm>
      </p:grpSpPr>
      <p:sp>
        <p:nvSpPr>
          <p:cNvPr id="161" name="Google Shape;161;p22"/>
          <p:cNvSpPr txBox="1"/>
          <p:nvPr>
            <p:ph type="title"/>
          </p:nvPr>
        </p:nvSpPr>
        <p:spPr>
          <a:xfrm>
            <a:off x="713225" y="445025"/>
            <a:ext cx="7717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cxnSp>
        <p:nvCxnSpPr>
          <p:cNvPr id="162" name="Google Shape;162;p22"/>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63" name="Google Shape;163;p22"/>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64" name="Google Shape;164;p22"/>
          <p:cNvCxnSpPr/>
          <p:nvPr/>
        </p:nvCxnSpPr>
        <p:spPr>
          <a:xfrm>
            <a:off x="7207350" y="-153175"/>
            <a:ext cx="2120400" cy="12738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6">
    <p:spTree>
      <p:nvGrpSpPr>
        <p:cNvPr id="165" name="Shape 165"/>
        <p:cNvGrpSpPr/>
        <p:nvPr/>
      </p:nvGrpSpPr>
      <p:grpSpPr>
        <a:xfrm>
          <a:off x="0" y="0"/>
          <a:ext cx="0" cy="0"/>
          <a:chOff x="0" y="0"/>
          <a:chExt cx="0" cy="0"/>
        </a:xfrm>
      </p:grpSpPr>
      <p:cxnSp>
        <p:nvCxnSpPr>
          <p:cNvPr id="166" name="Google Shape;166;p23"/>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67" name="Google Shape;167;p23"/>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68" name="Google Shape;168;p23"/>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69" name="Google Shape;169;p23"/>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70" name="Google Shape;170;p23"/>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71" name="Google Shape;171;p23"/>
          <p:cNvCxnSpPr/>
          <p:nvPr/>
        </p:nvCxnSpPr>
        <p:spPr>
          <a:xfrm flipH="1">
            <a:off x="-237137" y="-71162"/>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
        <p:nvSpPr>
          <p:cNvPr id="172" name="Google Shape;172;p23"/>
          <p:cNvSpPr txBox="1"/>
          <p:nvPr>
            <p:ph type="title"/>
          </p:nvPr>
        </p:nvSpPr>
        <p:spPr>
          <a:xfrm>
            <a:off x="713225" y="445025"/>
            <a:ext cx="77175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17">
    <p:spTree>
      <p:nvGrpSpPr>
        <p:cNvPr id="173" name="Shape 173"/>
        <p:cNvGrpSpPr/>
        <p:nvPr/>
      </p:nvGrpSpPr>
      <p:grpSpPr>
        <a:xfrm>
          <a:off x="0" y="0"/>
          <a:ext cx="0" cy="0"/>
          <a:chOff x="0" y="0"/>
          <a:chExt cx="0" cy="0"/>
        </a:xfrm>
      </p:grpSpPr>
      <p:sp>
        <p:nvSpPr>
          <p:cNvPr id="174" name="Google Shape;174;p24"/>
          <p:cNvSpPr txBox="1"/>
          <p:nvPr>
            <p:ph type="title"/>
          </p:nvPr>
        </p:nvSpPr>
        <p:spPr>
          <a:xfrm>
            <a:off x="1877475" y="445025"/>
            <a:ext cx="53892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75" name="Google Shape;175;p24"/>
          <p:cNvSpPr txBox="1"/>
          <p:nvPr>
            <p:ph idx="1" type="subTitle"/>
          </p:nvPr>
        </p:nvSpPr>
        <p:spPr>
          <a:xfrm>
            <a:off x="3226708" y="1405390"/>
            <a:ext cx="2486100" cy="4011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176" name="Google Shape;176;p24"/>
          <p:cNvSpPr txBox="1"/>
          <p:nvPr>
            <p:ph idx="2" type="subTitle"/>
          </p:nvPr>
        </p:nvSpPr>
        <p:spPr>
          <a:xfrm>
            <a:off x="3226708" y="1806417"/>
            <a:ext cx="2486100" cy="6186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177" name="Google Shape;177;p24"/>
          <p:cNvSpPr txBox="1"/>
          <p:nvPr>
            <p:ph idx="3" type="subTitle"/>
          </p:nvPr>
        </p:nvSpPr>
        <p:spPr>
          <a:xfrm>
            <a:off x="719108" y="1405390"/>
            <a:ext cx="2486100" cy="4011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178" name="Google Shape;178;p24"/>
          <p:cNvSpPr txBox="1"/>
          <p:nvPr>
            <p:ph idx="4" type="subTitle"/>
          </p:nvPr>
        </p:nvSpPr>
        <p:spPr>
          <a:xfrm>
            <a:off x="719108" y="1806417"/>
            <a:ext cx="2486100" cy="6186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179" name="Google Shape;179;p24"/>
          <p:cNvSpPr txBox="1"/>
          <p:nvPr>
            <p:ph idx="5" type="subTitle"/>
          </p:nvPr>
        </p:nvSpPr>
        <p:spPr>
          <a:xfrm>
            <a:off x="3226708" y="3171118"/>
            <a:ext cx="2486100" cy="4614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180" name="Google Shape;180;p24"/>
          <p:cNvSpPr txBox="1"/>
          <p:nvPr>
            <p:ph idx="6" type="subTitle"/>
          </p:nvPr>
        </p:nvSpPr>
        <p:spPr>
          <a:xfrm>
            <a:off x="3226708" y="3565487"/>
            <a:ext cx="2486100" cy="6186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181" name="Google Shape;181;p24"/>
          <p:cNvSpPr txBox="1"/>
          <p:nvPr>
            <p:ph idx="7" type="subTitle"/>
          </p:nvPr>
        </p:nvSpPr>
        <p:spPr>
          <a:xfrm>
            <a:off x="719108" y="3171118"/>
            <a:ext cx="2486100" cy="4614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182" name="Google Shape;182;p24"/>
          <p:cNvSpPr txBox="1"/>
          <p:nvPr>
            <p:ph idx="8" type="subTitle"/>
          </p:nvPr>
        </p:nvSpPr>
        <p:spPr>
          <a:xfrm>
            <a:off x="719158" y="3565487"/>
            <a:ext cx="2486100" cy="6186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cxnSp>
        <p:nvCxnSpPr>
          <p:cNvPr id="183" name="Google Shape;183;p24"/>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84" name="Google Shape;184;p24"/>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18">
    <p:spTree>
      <p:nvGrpSpPr>
        <p:cNvPr id="185" name="Shape 185"/>
        <p:cNvGrpSpPr/>
        <p:nvPr/>
      </p:nvGrpSpPr>
      <p:grpSpPr>
        <a:xfrm>
          <a:off x="0" y="0"/>
          <a:ext cx="0" cy="0"/>
          <a:chOff x="0" y="0"/>
          <a:chExt cx="0" cy="0"/>
        </a:xfrm>
      </p:grpSpPr>
      <p:cxnSp>
        <p:nvCxnSpPr>
          <p:cNvPr id="186" name="Google Shape;186;p25"/>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87" name="Google Shape;187;p25"/>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88" name="Google Shape;188;p25"/>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89" name="Google Shape;189;p25"/>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
        <p:nvSpPr>
          <p:cNvPr id="190" name="Google Shape;190;p25"/>
          <p:cNvSpPr txBox="1"/>
          <p:nvPr>
            <p:ph idx="1" type="body"/>
          </p:nvPr>
        </p:nvSpPr>
        <p:spPr>
          <a:xfrm>
            <a:off x="5547900" y="3007750"/>
            <a:ext cx="2883000" cy="1595400"/>
          </a:xfrm>
          <a:prstGeom prst="rect">
            <a:avLst/>
          </a:prstGeom>
        </p:spPr>
        <p:txBody>
          <a:bodyPr anchorCtr="0" anchor="t" bIns="91425" lIns="91425" spcFirstLastPara="1" rIns="91425" wrap="square" tIns="91425">
            <a:noAutofit/>
          </a:bodyPr>
          <a:lstStyle>
            <a:lvl1pPr indent="-342900" lvl="0" marL="457200" rtl="0">
              <a:lnSpc>
                <a:spcPct val="100000"/>
              </a:lnSpc>
              <a:spcBef>
                <a:spcPts val="0"/>
              </a:spcBef>
              <a:spcAft>
                <a:spcPts val="0"/>
              </a:spcAft>
              <a:buSzPts val="1800"/>
              <a:buChar char="●"/>
              <a:defRPr sz="3000">
                <a:solidFill>
                  <a:schemeClr val="dk1"/>
                </a:solidFill>
                <a:latin typeface="Vidaloka"/>
                <a:ea typeface="Vidaloka"/>
                <a:cs typeface="Vidaloka"/>
                <a:sym typeface="Vidaloka"/>
              </a:defRPr>
            </a:lvl1pPr>
            <a:lvl2pPr indent="-317500" lvl="1" marL="914400" rtl="0">
              <a:lnSpc>
                <a:spcPct val="100000"/>
              </a:lnSpc>
              <a:spcBef>
                <a:spcPts val="0"/>
              </a:spcBef>
              <a:spcAft>
                <a:spcPts val="0"/>
              </a:spcAft>
              <a:buSzPts val="1400"/>
              <a:buChar char="○"/>
              <a:defRPr sz="3000">
                <a:latin typeface="Vidaloka"/>
                <a:ea typeface="Vidaloka"/>
                <a:cs typeface="Vidaloka"/>
                <a:sym typeface="Vidaloka"/>
              </a:defRPr>
            </a:lvl2pPr>
            <a:lvl3pPr indent="-317500" lvl="2" marL="1371600" rtl="0">
              <a:lnSpc>
                <a:spcPct val="100000"/>
              </a:lnSpc>
              <a:spcBef>
                <a:spcPts val="0"/>
              </a:spcBef>
              <a:spcAft>
                <a:spcPts val="0"/>
              </a:spcAft>
              <a:buSzPts val="1400"/>
              <a:buChar char="■"/>
              <a:defRPr sz="3000">
                <a:latin typeface="Vidaloka"/>
                <a:ea typeface="Vidaloka"/>
                <a:cs typeface="Vidaloka"/>
                <a:sym typeface="Vidaloka"/>
              </a:defRPr>
            </a:lvl3pPr>
            <a:lvl4pPr indent="-317500" lvl="3" marL="1828800" rtl="0">
              <a:lnSpc>
                <a:spcPct val="100000"/>
              </a:lnSpc>
              <a:spcBef>
                <a:spcPts val="0"/>
              </a:spcBef>
              <a:spcAft>
                <a:spcPts val="0"/>
              </a:spcAft>
              <a:buSzPts val="1400"/>
              <a:buChar char="●"/>
              <a:defRPr sz="3000">
                <a:latin typeface="Vidaloka"/>
                <a:ea typeface="Vidaloka"/>
                <a:cs typeface="Vidaloka"/>
                <a:sym typeface="Vidaloka"/>
              </a:defRPr>
            </a:lvl4pPr>
            <a:lvl5pPr indent="-317500" lvl="4" marL="2286000" rtl="0">
              <a:lnSpc>
                <a:spcPct val="100000"/>
              </a:lnSpc>
              <a:spcBef>
                <a:spcPts val="0"/>
              </a:spcBef>
              <a:spcAft>
                <a:spcPts val="0"/>
              </a:spcAft>
              <a:buSzPts val="1400"/>
              <a:buChar char="○"/>
              <a:defRPr sz="3000">
                <a:latin typeface="Vidaloka"/>
                <a:ea typeface="Vidaloka"/>
                <a:cs typeface="Vidaloka"/>
                <a:sym typeface="Vidaloka"/>
              </a:defRPr>
            </a:lvl5pPr>
            <a:lvl6pPr indent="-317500" lvl="5" marL="2743200" rtl="0">
              <a:lnSpc>
                <a:spcPct val="100000"/>
              </a:lnSpc>
              <a:spcBef>
                <a:spcPts val="0"/>
              </a:spcBef>
              <a:spcAft>
                <a:spcPts val="0"/>
              </a:spcAft>
              <a:buSzPts val="1400"/>
              <a:buChar char="■"/>
              <a:defRPr sz="3000">
                <a:latin typeface="Vidaloka"/>
                <a:ea typeface="Vidaloka"/>
                <a:cs typeface="Vidaloka"/>
                <a:sym typeface="Vidaloka"/>
              </a:defRPr>
            </a:lvl6pPr>
            <a:lvl7pPr indent="-317500" lvl="6" marL="3200400" rtl="0">
              <a:lnSpc>
                <a:spcPct val="100000"/>
              </a:lnSpc>
              <a:spcBef>
                <a:spcPts val="0"/>
              </a:spcBef>
              <a:spcAft>
                <a:spcPts val="0"/>
              </a:spcAft>
              <a:buSzPts val="1400"/>
              <a:buChar char="●"/>
              <a:defRPr sz="3000">
                <a:latin typeface="Vidaloka"/>
                <a:ea typeface="Vidaloka"/>
                <a:cs typeface="Vidaloka"/>
                <a:sym typeface="Vidaloka"/>
              </a:defRPr>
            </a:lvl7pPr>
            <a:lvl8pPr indent="-317500" lvl="7" marL="3657600" rtl="0">
              <a:lnSpc>
                <a:spcPct val="100000"/>
              </a:lnSpc>
              <a:spcBef>
                <a:spcPts val="0"/>
              </a:spcBef>
              <a:spcAft>
                <a:spcPts val="0"/>
              </a:spcAft>
              <a:buSzPts val="1400"/>
              <a:buChar char="○"/>
              <a:defRPr sz="3000">
                <a:latin typeface="Vidaloka"/>
                <a:ea typeface="Vidaloka"/>
                <a:cs typeface="Vidaloka"/>
                <a:sym typeface="Vidaloka"/>
              </a:defRPr>
            </a:lvl8pPr>
            <a:lvl9pPr indent="-317500" lvl="8" marL="4114800" rtl="0">
              <a:lnSpc>
                <a:spcPct val="100000"/>
              </a:lnSpc>
              <a:spcBef>
                <a:spcPts val="0"/>
              </a:spcBef>
              <a:spcAft>
                <a:spcPts val="0"/>
              </a:spcAft>
              <a:buSzPts val="1400"/>
              <a:buChar char="■"/>
              <a:defRPr sz="3000">
                <a:latin typeface="Vidaloka"/>
                <a:ea typeface="Vidaloka"/>
                <a:cs typeface="Vidaloka"/>
                <a:sym typeface="Vidaloka"/>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1">
  <p:cSld name="CUSTOM_19">
    <p:spTree>
      <p:nvGrpSpPr>
        <p:cNvPr id="191" name="Shape 191"/>
        <p:cNvGrpSpPr/>
        <p:nvPr/>
      </p:nvGrpSpPr>
      <p:grpSpPr>
        <a:xfrm>
          <a:off x="0" y="0"/>
          <a:ext cx="0" cy="0"/>
          <a:chOff x="0" y="0"/>
          <a:chExt cx="0" cy="0"/>
        </a:xfrm>
      </p:grpSpPr>
      <p:sp>
        <p:nvSpPr>
          <p:cNvPr id="192" name="Google Shape;192;p26"/>
          <p:cNvSpPr txBox="1"/>
          <p:nvPr>
            <p:ph hasCustomPrompt="1" type="title"/>
          </p:nvPr>
        </p:nvSpPr>
        <p:spPr>
          <a:xfrm>
            <a:off x="713225" y="1345375"/>
            <a:ext cx="6120300" cy="1644300"/>
          </a:xfrm>
          <a:prstGeom prst="rect">
            <a:avLst/>
          </a:prstGeom>
        </p:spPr>
        <p:txBody>
          <a:bodyPr anchorCtr="0" anchor="t" bIns="91425" lIns="91425" spcFirstLastPara="1" rIns="91425" wrap="square" tIns="91425">
            <a:noAutofit/>
          </a:bodyPr>
          <a:lstStyle>
            <a:lvl1pPr lvl="0" rtl="0">
              <a:spcBef>
                <a:spcPts val="0"/>
              </a:spcBef>
              <a:spcAft>
                <a:spcPts val="0"/>
              </a:spcAft>
              <a:buSzPts val="12000"/>
              <a:buNone/>
              <a:defRPr sz="12000">
                <a:solidFill>
                  <a:schemeClr val="accent1"/>
                </a:solidFill>
              </a:defRPr>
            </a:lvl1pPr>
            <a:lvl2pPr lvl="1" rtl="0">
              <a:spcBef>
                <a:spcPts val="0"/>
              </a:spcBef>
              <a:spcAft>
                <a:spcPts val="0"/>
              </a:spcAft>
              <a:buSzPts val="12000"/>
              <a:buNone/>
              <a:defRPr sz="12000"/>
            </a:lvl2pPr>
            <a:lvl3pPr lvl="2" rtl="0">
              <a:spcBef>
                <a:spcPts val="0"/>
              </a:spcBef>
              <a:spcAft>
                <a:spcPts val="0"/>
              </a:spcAft>
              <a:buSzPts val="12000"/>
              <a:buNone/>
              <a:defRPr sz="12000"/>
            </a:lvl3pPr>
            <a:lvl4pPr lvl="3" rtl="0">
              <a:spcBef>
                <a:spcPts val="0"/>
              </a:spcBef>
              <a:spcAft>
                <a:spcPts val="0"/>
              </a:spcAft>
              <a:buSzPts val="12000"/>
              <a:buNone/>
              <a:defRPr sz="12000"/>
            </a:lvl4pPr>
            <a:lvl5pPr lvl="4" rtl="0">
              <a:spcBef>
                <a:spcPts val="0"/>
              </a:spcBef>
              <a:spcAft>
                <a:spcPts val="0"/>
              </a:spcAft>
              <a:buSzPts val="12000"/>
              <a:buNone/>
              <a:defRPr sz="12000"/>
            </a:lvl5pPr>
            <a:lvl6pPr lvl="5" rtl="0">
              <a:spcBef>
                <a:spcPts val="0"/>
              </a:spcBef>
              <a:spcAft>
                <a:spcPts val="0"/>
              </a:spcAft>
              <a:buSzPts val="12000"/>
              <a:buNone/>
              <a:defRPr sz="12000"/>
            </a:lvl6pPr>
            <a:lvl7pPr lvl="6" rtl="0">
              <a:spcBef>
                <a:spcPts val="0"/>
              </a:spcBef>
              <a:spcAft>
                <a:spcPts val="0"/>
              </a:spcAft>
              <a:buSzPts val="12000"/>
              <a:buNone/>
              <a:defRPr sz="12000"/>
            </a:lvl7pPr>
            <a:lvl8pPr lvl="7" rtl="0">
              <a:spcBef>
                <a:spcPts val="0"/>
              </a:spcBef>
              <a:spcAft>
                <a:spcPts val="0"/>
              </a:spcAft>
              <a:buSzPts val="12000"/>
              <a:buNone/>
              <a:defRPr sz="12000"/>
            </a:lvl8pPr>
            <a:lvl9pPr lvl="8" rtl="0">
              <a:spcBef>
                <a:spcPts val="0"/>
              </a:spcBef>
              <a:spcAft>
                <a:spcPts val="0"/>
              </a:spcAft>
              <a:buSzPts val="12000"/>
              <a:buNone/>
              <a:defRPr sz="12000"/>
            </a:lvl9pPr>
          </a:lstStyle>
          <a:p>
            <a:r>
              <a:t>xx%</a:t>
            </a:r>
          </a:p>
        </p:txBody>
      </p:sp>
      <p:sp>
        <p:nvSpPr>
          <p:cNvPr id="193" name="Google Shape;193;p26"/>
          <p:cNvSpPr txBox="1"/>
          <p:nvPr>
            <p:ph idx="1" type="subTitle"/>
          </p:nvPr>
        </p:nvSpPr>
        <p:spPr>
          <a:xfrm>
            <a:off x="713225" y="3188648"/>
            <a:ext cx="6120300" cy="3750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sz="1600"/>
            </a:lvl1pPr>
            <a:lvl2pPr lvl="1" rtl="0">
              <a:spcBef>
                <a:spcPts val="0"/>
              </a:spcBef>
              <a:spcAft>
                <a:spcPts val="0"/>
              </a:spcAft>
              <a:buSzPts val="1600"/>
              <a:buNone/>
              <a:defRPr sz="1600"/>
            </a:lvl2pPr>
            <a:lvl3pPr lvl="2" rtl="0">
              <a:spcBef>
                <a:spcPts val="0"/>
              </a:spcBef>
              <a:spcAft>
                <a:spcPts val="0"/>
              </a:spcAft>
              <a:buSzPts val="1600"/>
              <a:buNone/>
              <a:defRPr sz="1600"/>
            </a:lvl3pPr>
            <a:lvl4pPr lvl="3" rtl="0">
              <a:spcBef>
                <a:spcPts val="0"/>
              </a:spcBef>
              <a:spcAft>
                <a:spcPts val="0"/>
              </a:spcAft>
              <a:buSzPts val="1600"/>
              <a:buNone/>
              <a:defRPr sz="1600"/>
            </a:lvl4pPr>
            <a:lvl5pPr lvl="4" rtl="0">
              <a:spcBef>
                <a:spcPts val="0"/>
              </a:spcBef>
              <a:spcAft>
                <a:spcPts val="0"/>
              </a:spcAft>
              <a:buSzPts val="1600"/>
              <a:buNone/>
              <a:defRPr sz="1600"/>
            </a:lvl5pPr>
            <a:lvl6pPr lvl="5" rtl="0">
              <a:spcBef>
                <a:spcPts val="0"/>
              </a:spcBef>
              <a:spcAft>
                <a:spcPts val="0"/>
              </a:spcAft>
              <a:buSzPts val="1600"/>
              <a:buNone/>
              <a:defRPr sz="1600"/>
            </a:lvl6pPr>
            <a:lvl7pPr lvl="6" rtl="0">
              <a:spcBef>
                <a:spcPts val="0"/>
              </a:spcBef>
              <a:spcAft>
                <a:spcPts val="0"/>
              </a:spcAft>
              <a:buSzPts val="1600"/>
              <a:buNone/>
              <a:defRPr sz="1600"/>
            </a:lvl7pPr>
            <a:lvl8pPr lvl="7" rtl="0">
              <a:spcBef>
                <a:spcPts val="0"/>
              </a:spcBef>
              <a:spcAft>
                <a:spcPts val="0"/>
              </a:spcAft>
              <a:buSzPts val="1600"/>
              <a:buNone/>
              <a:defRPr sz="1600"/>
            </a:lvl8pPr>
            <a:lvl9pPr lvl="8" rtl="0">
              <a:spcBef>
                <a:spcPts val="0"/>
              </a:spcBef>
              <a:spcAft>
                <a:spcPts val="0"/>
              </a:spcAft>
              <a:buSzPts val="1600"/>
              <a:buNone/>
              <a:defRPr sz="1600"/>
            </a:lvl9pPr>
          </a:lstStyle>
          <a:p/>
        </p:txBody>
      </p:sp>
      <p:cxnSp>
        <p:nvCxnSpPr>
          <p:cNvPr id="194" name="Google Shape;194;p26"/>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95" name="Google Shape;195;p26"/>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96" name="Google Shape;196;p26"/>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97" name="Google Shape;197;p26"/>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2">
  <p:cSld name="SECTION_HEADER_1">
    <p:spTree>
      <p:nvGrpSpPr>
        <p:cNvPr id="198" name="Shape 198"/>
        <p:cNvGrpSpPr/>
        <p:nvPr/>
      </p:nvGrpSpPr>
      <p:grpSpPr>
        <a:xfrm>
          <a:off x="0" y="0"/>
          <a:ext cx="0" cy="0"/>
          <a:chOff x="0" y="0"/>
          <a:chExt cx="0" cy="0"/>
        </a:xfrm>
      </p:grpSpPr>
      <p:sp>
        <p:nvSpPr>
          <p:cNvPr id="199" name="Google Shape;199;p27"/>
          <p:cNvSpPr txBox="1"/>
          <p:nvPr>
            <p:ph type="title"/>
          </p:nvPr>
        </p:nvSpPr>
        <p:spPr>
          <a:xfrm>
            <a:off x="4346500" y="2467375"/>
            <a:ext cx="4083600" cy="1200000"/>
          </a:xfrm>
          <a:prstGeom prst="rect">
            <a:avLst/>
          </a:prstGeom>
          <a:noFill/>
        </p:spPr>
        <p:txBody>
          <a:bodyPr anchorCtr="0" anchor="t" bIns="91425" lIns="91425" spcFirstLastPara="1" rIns="91425" wrap="square" tIns="91425">
            <a:noAutofit/>
          </a:bodyPr>
          <a:lstStyle>
            <a:lvl1pPr lvl="0" rtl="0">
              <a:spcBef>
                <a:spcPts val="0"/>
              </a:spcBef>
              <a:spcAft>
                <a:spcPts val="0"/>
              </a:spcAft>
              <a:buSzPts val="3600"/>
              <a:buNone/>
              <a:defRPr sz="35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p:txBody>
      </p:sp>
      <p:sp>
        <p:nvSpPr>
          <p:cNvPr id="200" name="Google Shape;200;p27"/>
          <p:cNvSpPr txBox="1"/>
          <p:nvPr>
            <p:ph hasCustomPrompt="1" idx="2" type="title"/>
          </p:nvPr>
        </p:nvSpPr>
        <p:spPr>
          <a:xfrm>
            <a:off x="4956100" y="1021325"/>
            <a:ext cx="1650900" cy="978300"/>
          </a:xfrm>
          <a:prstGeom prst="rect">
            <a:avLst/>
          </a:prstGeom>
        </p:spPr>
        <p:txBody>
          <a:bodyPr anchorCtr="0" anchor="ctr" bIns="91425" lIns="91425" spcFirstLastPara="1" rIns="91425" wrap="square" tIns="91425">
            <a:noAutofit/>
          </a:bodyPr>
          <a:lstStyle>
            <a:lvl1pPr lvl="0" rtl="0">
              <a:spcBef>
                <a:spcPts val="0"/>
              </a:spcBef>
              <a:spcAft>
                <a:spcPts val="0"/>
              </a:spcAft>
              <a:buSzPts val="6000"/>
              <a:buNone/>
              <a:defRPr sz="7000">
                <a:solidFill>
                  <a:schemeClr val="accent1"/>
                </a:solidFill>
              </a:defRPr>
            </a:lvl1pPr>
            <a:lvl2pPr lvl="1" rtl="0">
              <a:spcBef>
                <a:spcPts val="0"/>
              </a:spcBef>
              <a:spcAft>
                <a:spcPts val="0"/>
              </a:spcAft>
              <a:buSzPts val="6000"/>
              <a:buNone/>
              <a:defRPr b="1" sz="6000"/>
            </a:lvl2pPr>
            <a:lvl3pPr lvl="2" rtl="0">
              <a:spcBef>
                <a:spcPts val="0"/>
              </a:spcBef>
              <a:spcAft>
                <a:spcPts val="0"/>
              </a:spcAft>
              <a:buSzPts val="6000"/>
              <a:buNone/>
              <a:defRPr b="1" sz="6000"/>
            </a:lvl3pPr>
            <a:lvl4pPr lvl="3" rtl="0">
              <a:spcBef>
                <a:spcPts val="0"/>
              </a:spcBef>
              <a:spcAft>
                <a:spcPts val="0"/>
              </a:spcAft>
              <a:buSzPts val="6000"/>
              <a:buNone/>
              <a:defRPr b="1" sz="6000"/>
            </a:lvl4pPr>
            <a:lvl5pPr lvl="4" rtl="0">
              <a:spcBef>
                <a:spcPts val="0"/>
              </a:spcBef>
              <a:spcAft>
                <a:spcPts val="0"/>
              </a:spcAft>
              <a:buSzPts val="6000"/>
              <a:buNone/>
              <a:defRPr b="1" sz="6000"/>
            </a:lvl5pPr>
            <a:lvl6pPr lvl="5" rtl="0">
              <a:spcBef>
                <a:spcPts val="0"/>
              </a:spcBef>
              <a:spcAft>
                <a:spcPts val="0"/>
              </a:spcAft>
              <a:buSzPts val="6000"/>
              <a:buNone/>
              <a:defRPr b="1" sz="6000"/>
            </a:lvl6pPr>
            <a:lvl7pPr lvl="6" rtl="0">
              <a:spcBef>
                <a:spcPts val="0"/>
              </a:spcBef>
              <a:spcAft>
                <a:spcPts val="0"/>
              </a:spcAft>
              <a:buSzPts val="6000"/>
              <a:buNone/>
              <a:defRPr b="1" sz="6000"/>
            </a:lvl7pPr>
            <a:lvl8pPr lvl="7" rtl="0">
              <a:spcBef>
                <a:spcPts val="0"/>
              </a:spcBef>
              <a:spcAft>
                <a:spcPts val="0"/>
              </a:spcAft>
              <a:buSzPts val="6000"/>
              <a:buNone/>
              <a:defRPr b="1" sz="6000"/>
            </a:lvl8pPr>
            <a:lvl9pPr lvl="8" rtl="0">
              <a:spcBef>
                <a:spcPts val="0"/>
              </a:spcBef>
              <a:spcAft>
                <a:spcPts val="0"/>
              </a:spcAft>
              <a:buSzPts val="6000"/>
              <a:buNone/>
              <a:defRPr b="1" sz="6000"/>
            </a:lvl9pPr>
          </a:lstStyle>
          <a:p>
            <a:r>
              <a:t>xx%</a:t>
            </a:r>
          </a:p>
        </p:txBody>
      </p:sp>
      <p:sp>
        <p:nvSpPr>
          <p:cNvPr id="201" name="Google Shape;201;p27"/>
          <p:cNvSpPr txBox="1"/>
          <p:nvPr>
            <p:ph idx="1" type="subTitle"/>
          </p:nvPr>
        </p:nvSpPr>
        <p:spPr>
          <a:xfrm>
            <a:off x="4346500" y="3649675"/>
            <a:ext cx="4083600" cy="6249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8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cxnSp>
        <p:nvCxnSpPr>
          <p:cNvPr id="202" name="Google Shape;202;p27"/>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03" name="Google Shape;203;p27"/>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04" name="Google Shape;204;p27"/>
          <p:cNvCxnSpPr/>
          <p:nvPr/>
        </p:nvCxnSpPr>
        <p:spPr>
          <a:xfrm>
            <a:off x="-209600" y="2402450"/>
            <a:ext cx="3144300" cy="27897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3">
  <p:cSld name="CUSTOM_20">
    <p:spTree>
      <p:nvGrpSpPr>
        <p:cNvPr id="205" name="Shape 205"/>
        <p:cNvGrpSpPr/>
        <p:nvPr/>
      </p:nvGrpSpPr>
      <p:grpSpPr>
        <a:xfrm>
          <a:off x="0" y="0"/>
          <a:ext cx="0" cy="0"/>
          <a:chOff x="0" y="0"/>
          <a:chExt cx="0" cy="0"/>
        </a:xfrm>
      </p:grpSpPr>
      <p:sp>
        <p:nvSpPr>
          <p:cNvPr id="206" name="Google Shape;206;p28"/>
          <p:cNvSpPr txBox="1"/>
          <p:nvPr>
            <p:ph type="title"/>
          </p:nvPr>
        </p:nvSpPr>
        <p:spPr>
          <a:xfrm>
            <a:off x="4373850" y="944250"/>
            <a:ext cx="4009500" cy="6489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3600"/>
              <a:buNone/>
              <a:defRPr sz="35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p:txBody>
      </p:sp>
      <p:sp>
        <p:nvSpPr>
          <p:cNvPr id="207" name="Google Shape;207;p28"/>
          <p:cNvSpPr txBox="1"/>
          <p:nvPr>
            <p:ph hasCustomPrompt="1" idx="2" type="title"/>
          </p:nvPr>
        </p:nvSpPr>
        <p:spPr>
          <a:xfrm>
            <a:off x="2294850" y="1096650"/>
            <a:ext cx="1650900" cy="9783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6000"/>
              <a:buNone/>
              <a:defRPr sz="7000">
                <a:solidFill>
                  <a:schemeClr val="accent1"/>
                </a:solidFill>
              </a:defRPr>
            </a:lvl1pPr>
            <a:lvl2pPr lvl="1" rtl="0">
              <a:spcBef>
                <a:spcPts val="0"/>
              </a:spcBef>
              <a:spcAft>
                <a:spcPts val="0"/>
              </a:spcAft>
              <a:buSzPts val="6000"/>
              <a:buNone/>
              <a:defRPr b="1" sz="6000"/>
            </a:lvl2pPr>
            <a:lvl3pPr lvl="2" rtl="0">
              <a:spcBef>
                <a:spcPts val="0"/>
              </a:spcBef>
              <a:spcAft>
                <a:spcPts val="0"/>
              </a:spcAft>
              <a:buSzPts val="6000"/>
              <a:buNone/>
              <a:defRPr b="1" sz="6000"/>
            </a:lvl3pPr>
            <a:lvl4pPr lvl="3" rtl="0">
              <a:spcBef>
                <a:spcPts val="0"/>
              </a:spcBef>
              <a:spcAft>
                <a:spcPts val="0"/>
              </a:spcAft>
              <a:buSzPts val="6000"/>
              <a:buNone/>
              <a:defRPr b="1" sz="6000"/>
            </a:lvl4pPr>
            <a:lvl5pPr lvl="4" rtl="0">
              <a:spcBef>
                <a:spcPts val="0"/>
              </a:spcBef>
              <a:spcAft>
                <a:spcPts val="0"/>
              </a:spcAft>
              <a:buSzPts val="6000"/>
              <a:buNone/>
              <a:defRPr b="1" sz="6000"/>
            </a:lvl5pPr>
            <a:lvl6pPr lvl="5" rtl="0">
              <a:spcBef>
                <a:spcPts val="0"/>
              </a:spcBef>
              <a:spcAft>
                <a:spcPts val="0"/>
              </a:spcAft>
              <a:buSzPts val="6000"/>
              <a:buNone/>
              <a:defRPr b="1" sz="6000"/>
            </a:lvl6pPr>
            <a:lvl7pPr lvl="6" rtl="0">
              <a:spcBef>
                <a:spcPts val="0"/>
              </a:spcBef>
              <a:spcAft>
                <a:spcPts val="0"/>
              </a:spcAft>
              <a:buSzPts val="6000"/>
              <a:buNone/>
              <a:defRPr b="1" sz="6000"/>
            </a:lvl7pPr>
            <a:lvl8pPr lvl="7" rtl="0">
              <a:spcBef>
                <a:spcPts val="0"/>
              </a:spcBef>
              <a:spcAft>
                <a:spcPts val="0"/>
              </a:spcAft>
              <a:buSzPts val="6000"/>
              <a:buNone/>
              <a:defRPr b="1" sz="6000"/>
            </a:lvl8pPr>
            <a:lvl9pPr lvl="8" rtl="0">
              <a:spcBef>
                <a:spcPts val="0"/>
              </a:spcBef>
              <a:spcAft>
                <a:spcPts val="0"/>
              </a:spcAft>
              <a:buSzPts val="6000"/>
              <a:buNone/>
              <a:defRPr b="1" sz="6000"/>
            </a:lvl9pPr>
          </a:lstStyle>
          <a:p>
            <a:r>
              <a:t>xx%</a:t>
            </a:r>
          </a:p>
        </p:txBody>
      </p:sp>
      <p:sp>
        <p:nvSpPr>
          <p:cNvPr id="208" name="Google Shape;208;p28"/>
          <p:cNvSpPr txBox="1"/>
          <p:nvPr>
            <p:ph idx="1" type="subTitle"/>
          </p:nvPr>
        </p:nvSpPr>
        <p:spPr>
          <a:xfrm>
            <a:off x="4373850" y="1593150"/>
            <a:ext cx="2475300" cy="6249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800"/>
              <a:buNone/>
              <a:defRPr sz="1400">
                <a:solidFill>
                  <a:schemeClr val="dk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cxnSp>
        <p:nvCxnSpPr>
          <p:cNvPr id="209" name="Google Shape;209;p28"/>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10" name="Google Shape;210;p28"/>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11" name="Google Shape;211;p28"/>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212" name="Google Shape;212;p28"/>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213" name="Google Shape;213;p28"/>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214" name="Google Shape;214;p28"/>
          <p:cNvCxnSpPr/>
          <p:nvPr/>
        </p:nvCxnSpPr>
        <p:spPr>
          <a:xfrm flipH="1">
            <a:off x="-237137" y="-71162"/>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3_1">
    <p:spTree>
      <p:nvGrpSpPr>
        <p:cNvPr id="215" name="Shape 215"/>
        <p:cNvGrpSpPr/>
        <p:nvPr/>
      </p:nvGrpSpPr>
      <p:grpSpPr>
        <a:xfrm>
          <a:off x="0" y="0"/>
          <a:ext cx="0" cy="0"/>
          <a:chOff x="0" y="0"/>
          <a:chExt cx="0" cy="0"/>
        </a:xfrm>
      </p:grpSpPr>
      <p:sp>
        <p:nvSpPr>
          <p:cNvPr id="216" name="Google Shape;216;p29"/>
          <p:cNvSpPr txBox="1"/>
          <p:nvPr>
            <p:ph type="title"/>
          </p:nvPr>
        </p:nvSpPr>
        <p:spPr>
          <a:xfrm>
            <a:off x="1043725" y="922567"/>
            <a:ext cx="3123000" cy="2257500"/>
          </a:xfrm>
          <a:prstGeom prst="rect">
            <a:avLst/>
          </a:prstGeom>
        </p:spPr>
        <p:txBody>
          <a:bodyPr anchorCtr="0" anchor="t" bIns="91425" lIns="91425" spcFirstLastPara="1" rIns="91425" wrap="square" tIns="91425">
            <a:noAutofit/>
          </a:bodyPr>
          <a:lstStyle>
            <a:lvl1pPr lvl="0" rtl="0" algn="l">
              <a:spcBef>
                <a:spcPts val="0"/>
              </a:spcBef>
              <a:spcAft>
                <a:spcPts val="0"/>
              </a:spcAft>
              <a:buSzPts val="3000"/>
              <a:buNone/>
              <a:defRPr sz="35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17" name="Google Shape;217;p29"/>
          <p:cNvSpPr txBox="1"/>
          <p:nvPr>
            <p:ph idx="1" type="subTitle"/>
          </p:nvPr>
        </p:nvSpPr>
        <p:spPr>
          <a:xfrm>
            <a:off x="1043725" y="3360938"/>
            <a:ext cx="3013500" cy="780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Char char="●"/>
              <a:defRPr sz="1400"/>
            </a:lvl1pPr>
            <a:lvl2pPr lvl="1" rtl="0" algn="ctr">
              <a:spcBef>
                <a:spcPts val="0"/>
              </a:spcBef>
              <a:spcAft>
                <a:spcPts val="0"/>
              </a:spcAft>
              <a:buSzPts val="1400"/>
              <a:buChar char="○"/>
              <a:defRPr/>
            </a:lvl2pPr>
            <a:lvl3pPr lvl="2" rtl="0" algn="ctr">
              <a:spcBef>
                <a:spcPts val="0"/>
              </a:spcBef>
              <a:spcAft>
                <a:spcPts val="0"/>
              </a:spcAft>
              <a:buSzPts val="1400"/>
              <a:buChar char="■"/>
              <a:defRPr/>
            </a:lvl3pPr>
            <a:lvl4pPr lvl="3" rtl="0" algn="ctr">
              <a:spcBef>
                <a:spcPts val="0"/>
              </a:spcBef>
              <a:spcAft>
                <a:spcPts val="0"/>
              </a:spcAft>
              <a:buSzPts val="1400"/>
              <a:buChar char="●"/>
              <a:defRPr/>
            </a:lvl4pPr>
            <a:lvl5pPr lvl="4" rtl="0" algn="ctr">
              <a:spcBef>
                <a:spcPts val="0"/>
              </a:spcBef>
              <a:spcAft>
                <a:spcPts val="0"/>
              </a:spcAft>
              <a:buSzPts val="1400"/>
              <a:buChar char="○"/>
              <a:defRPr/>
            </a:lvl5pPr>
            <a:lvl6pPr lvl="5" rtl="0" algn="ctr">
              <a:spcBef>
                <a:spcPts val="0"/>
              </a:spcBef>
              <a:spcAft>
                <a:spcPts val="0"/>
              </a:spcAft>
              <a:buSzPts val="1400"/>
              <a:buChar char="■"/>
              <a:defRPr/>
            </a:lvl6pPr>
            <a:lvl7pPr lvl="6" rtl="0" algn="ctr">
              <a:spcBef>
                <a:spcPts val="0"/>
              </a:spcBef>
              <a:spcAft>
                <a:spcPts val="0"/>
              </a:spcAft>
              <a:buSzPts val="1400"/>
              <a:buChar char="●"/>
              <a:defRPr/>
            </a:lvl7pPr>
            <a:lvl8pPr lvl="7" rtl="0" algn="ctr">
              <a:spcBef>
                <a:spcPts val="0"/>
              </a:spcBef>
              <a:spcAft>
                <a:spcPts val="0"/>
              </a:spcAft>
              <a:buSzPts val="1400"/>
              <a:buChar char="○"/>
              <a:defRPr/>
            </a:lvl8pPr>
            <a:lvl9pPr lvl="8" rtl="0" algn="ctr">
              <a:spcBef>
                <a:spcPts val="0"/>
              </a:spcBef>
              <a:spcAft>
                <a:spcPts val="0"/>
              </a:spcAft>
              <a:buSzPts val="1400"/>
              <a:buChar char="■"/>
              <a:defRPr/>
            </a:lvl9pPr>
          </a:lstStyle>
          <a:p/>
        </p:txBody>
      </p:sp>
      <p:cxnSp>
        <p:nvCxnSpPr>
          <p:cNvPr id="218" name="Google Shape;218;p29"/>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19" name="Google Shape;219;p29"/>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20" name="Google Shape;220;p29"/>
          <p:cNvCxnSpPr/>
          <p:nvPr/>
        </p:nvCxnSpPr>
        <p:spPr>
          <a:xfrm>
            <a:off x="5322650" y="-80625"/>
            <a:ext cx="4005000" cy="20073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4">
  <p:cSld name="CUSTOM_21">
    <p:spTree>
      <p:nvGrpSpPr>
        <p:cNvPr id="221" name="Shape 221"/>
        <p:cNvGrpSpPr/>
        <p:nvPr/>
      </p:nvGrpSpPr>
      <p:grpSpPr>
        <a:xfrm>
          <a:off x="0" y="0"/>
          <a:ext cx="0" cy="0"/>
          <a:chOff x="0" y="0"/>
          <a:chExt cx="0" cy="0"/>
        </a:xfrm>
      </p:grpSpPr>
      <p:sp>
        <p:nvSpPr>
          <p:cNvPr id="222" name="Google Shape;222;p30"/>
          <p:cNvSpPr txBox="1"/>
          <p:nvPr>
            <p:ph type="title"/>
          </p:nvPr>
        </p:nvSpPr>
        <p:spPr>
          <a:xfrm>
            <a:off x="5310925" y="962565"/>
            <a:ext cx="3123000" cy="2257500"/>
          </a:xfrm>
          <a:prstGeom prst="rect">
            <a:avLst/>
          </a:prstGeom>
        </p:spPr>
        <p:txBody>
          <a:bodyPr anchorCtr="0" anchor="t" bIns="91425" lIns="91425" spcFirstLastPara="1" rIns="91425" wrap="square" tIns="91425">
            <a:noAutofit/>
          </a:bodyPr>
          <a:lstStyle>
            <a:lvl1pPr lvl="0" rtl="0" algn="l">
              <a:spcBef>
                <a:spcPts val="0"/>
              </a:spcBef>
              <a:spcAft>
                <a:spcPts val="0"/>
              </a:spcAft>
              <a:buSzPts val="3000"/>
              <a:buNone/>
              <a:defRPr sz="35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23" name="Google Shape;223;p30"/>
          <p:cNvSpPr txBox="1"/>
          <p:nvPr>
            <p:ph idx="1" type="subTitle"/>
          </p:nvPr>
        </p:nvSpPr>
        <p:spPr>
          <a:xfrm>
            <a:off x="5310925" y="3400935"/>
            <a:ext cx="3013500" cy="780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Char char="●"/>
              <a:defRPr sz="1400">
                <a:solidFill>
                  <a:schemeClr val="dk1"/>
                </a:solidFill>
              </a:defRPr>
            </a:lvl1pPr>
            <a:lvl2pPr lvl="1" rtl="0" algn="ctr">
              <a:spcBef>
                <a:spcPts val="0"/>
              </a:spcBef>
              <a:spcAft>
                <a:spcPts val="0"/>
              </a:spcAft>
              <a:buSzPts val="1400"/>
              <a:buChar char="○"/>
              <a:defRPr/>
            </a:lvl2pPr>
            <a:lvl3pPr lvl="2" rtl="0" algn="ctr">
              <a:spcBef>
                <a:spcPts val="0"/>
              </a:spcBef>
              <a:spcAft>
                <a:spcPts val="0"/>
              </a:spcAft>
              <a:buSzPts val="1400"/>
              <a:buChar char="■"/>
              <a:defRPr/>
            </a:lvl3pPr>
            <a:lvl4pPr lvl="3" rtl="0" algn="ctr">
              <a:spcBef>
                <a:spcPts val="0"/>
              </a:spcBef>
              <a:spcAft>
                <a:spcPts val="0"/>
              </a:spcAft>
              <a:buSzPts val="1400"/>
              <a:buChar char="●"/>
              <a:defRPr/>
            </a:lvl4pPr>
            <a:lvl5pPr lvl="4" rtl="0" algn="ctr">
              <a:spcBef>
                <a:spcPts val="0"/>
              </a:spcBef>
              <a:spcAft>
                <a:spcPts val="0"/>
              </a:spcAft>
              <a:buSzPts val="1400"/>
              <a:buChar char="○"/>
              <a:defRPr/>
            </a:lvl5pPr>
            <a:lvl6pPr lvl="5" rtl="0" algn="ctr">
              <a:spcBef>
                <a:spcPts val="0"/>
              </a:spcBef>
              <a:spcAft>
                <a:spcPts val="0"/>
              </a:spcAft>
              <a:buSzPts val="1400"/>
              <a:buChar char="■"/>
              <a:defRPr/>
            </a:lvl6pPr>
            <a:lvl7pPr lvl="6" rtl="0" algn="ctr">
              <a:spcBef>
                <a:spcPts val="0"/>
              </a:spcBef>
              <a:spcAft>
                <a:spcPts val="0"/>
              </a:spcAft>
              <a:buSzPts val="1400"/>
              <a:buChar char="●"/>
              <a:defRPr/>
            </a:lvl7pPr>
            <a:lvl8pPr lvl="7" rtl="0" algn="ctr">
              <a:spcBef>
                <a:spcPts val="0"/>
              </a:spcBef>
              <a:spcAft>
                <a:spcPts val="0"/>
              </a:spcAft>
              <a:buSzPts val="1400"/>
              <a:buChar char="○"/>
              <a:defRPr/>
            </a:lvl8pPr>
            <a:lvl9pPr lvl="8" rtl="0" algn="ctr">
              <a:spcBef>
                <a:spcPts val="0"/>
              </a:spcBef>
              <a:spcAft>
                <a:spcPts val="0"/>
              </a:spcAft>
              <a:buSzPts val="1400"/>
              <a:buChar char="■"/>
              <a:defRPr/>
            </a:lvl9pPr>
          </a:lstStyle>
          <a:p/>
        </p:txBody>
      </p:sp>
      <p:cxnSp>
        <p:nvCxnSpPr>
          <p:cNvPr id="224" name="Google Shape;224;p30"/>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25" name="Google Shape;225;p30"/>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26" name="Google Shape;226;p30"/>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227" name="Google Shape;227;p30"/>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228" name="Google Shape;228;p30"/>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229" name="Google Shape;229;p30"/>
          <p:cNvCxnSpPr/>
          <p:nvPr/>
        </p:nvCxnSpPr>
        <p:spPr>
          <a:xfrm flipH="1">
            <a:off x="-237137" y="-71162"/>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4">
    <p:spTree>
      <p:nvGrpSpPr>
        <p:cNvPr id="230" name="Shape 230"/>
        <p:cNvGrpSpPr/>
        <p:nvPr/>
      </p:nvGrpSpPr>
      <p:grpSpPr>
        <a:xfrm>
          <a:off x="0" y="0"/>
          <a:ext cx="0" cy="0"/>
          <a:chOff x="0" y="0"/>
          <a:chExt cx="0" cy="0"/>
        </a:xfrm>
      </p:grpSpPr>
      <p:sp>
        <p:nvSpPr>
          <p:cNvPr id="231" name="Google Shape;231;p31"/>
          <p:cNvSpPr txBox="1"/>
          <p:nvPr>
            <p:ph idx="1" type="subTitle"/>
          </p:nvPr>
        </p:nvSpPr>
        <p:spPr>
          <a:xfrm>
            <a:off x="3509000" y="25320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232" name="Google Shape;232;p31"/>
          <p:cNvSpPr txBox="1"/>
          <p:nvPr>
            <p:ph idx="2" type="subTitle"/>
          </p:nvPr>
        </p:nvSpPr>
        <p:spPr>
          <a:xfrm>
            <a:off x="3509025" y="2948247"/>
            <a:ext cx="2126100" cy="813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33" name="Google Shape;233;p31"/>
          <p:cNvSpPr txBox="1"/>
          <p:nvPr>
            <p:ph idx="3" type="subTitle"/>
          </p:nvPr>
        </p:nvSpPr>
        <p:spPr>
          <a:xfrm>
            <a:off x="953025" y="25320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234" name="Google Shape;234;p31"/>
          <p:cNvSpPr txBox="1"/>
          <p:nvPr>
            <p:ph idx="4" type="subTitle"/>
          </p:nvPr>
        </p:nvSpPr>
        <p:spPr>
          <a:xfrm>
            <a:off x="953125" y="2948247"/>
            <a:ext cx="2126100" cy="813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35" name="Google Shape;235;p31"/>
          <p:cNvSpPr txBox="1"/>
          <p:nvPr>
            <p:ph idx="5" type="subTitle"/>
          </p:nvPr>
        </p:nvSpPr>
        <p:spPr>
          <a:xfrm>
            <a:off x="6064875" y="25320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236" name="Google Shape;236;p31"/>
          <p:cNvSpPr txBox="1"/>
          <p:nvPr>
            <p:ph idx="6" type="subTitle"/>
          </p:nvPr>
        </p:nvSpPr>
        <p:spPr>
          <a:xfrm>
            <a:off x="6064875" y="2948247"/>
            <a:ext cx="2126100" cy="813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37" name="Google Shape;237;p31"/>
          <p:cNvSpPr txBox="1"/>
          <p:nvPr>
            <p:ph type="title"/>
          </p:nvPr>
        </p:nvSpPr>
        <p:spPr>
          <a:xfrm>
            <a:off x="713225" y="445025"/>
            <a:ext cx="6655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p:txBody>
      </p:sp>
      <p:cxnSp>
        <p:nvCxnSpPr>
          <p:cNvPr id="238" name="Google Shape;238;p31"/>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39" name="Google Shape;239;p31"/>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22">
    <p:spTree>
      <p:nvGrpSpPr>
        <p:cNvPr id="240" name="Shape 240"/>
        <p:cNvGrpSpPr/>
        <p:nvPr/>
      </p:nvGrpSpPr>
      <p:grpSpPr>
        <a:xfrm>
          <a:off x="0" y="0"/>
          <a:ext cx="0" cy="0"/>
          <a:chOff x="0" y="0"/>
          <a:chExt cx="0" cy="0"/>
        </a:xfrm>
      </p:grpSpPr>
      <p:sp>
        <p:nvSpPr>
          <p:cNvPr id="241" name="Google Shape;241;p32"/>
          <p:cNvSpPr txBox="1"/>
          <p:nvPr>
            <p:ph idx="1" type="subTitle"/>
          </p:nvPr>
        </p:nvSpPr>
        <p:spPr>
          <a:xfrm>
            <a:off x="3509000" y="16938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242" name="Google Shape;242;p32"/>
          <p:cNvSpPr txBox="1"/>
          <p:nvPr>
            <p:ph idx="2" type="subTitle"/>
          </p:nvPr>
        </p:nvSpPr>
        <p:spPr>
          <a:xfrm>
            <a:off x="3509025" y="2110049"/>
            <a:ext cx="21261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43" name="Google Shape;243;p32"/>
          <p:cNvSpPr txBox="1"/>
          <p:nvPr>
            <p:ph idx="3" type="subTitle"/>
          </p:nvPr>
        </p:nvSpPr>
        <p:spPr>
          <a:xfrm>
            <a:off x="953025" y="16938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244" name="Google Shape;244;p32"/>
          <p:cNvSpPr txBox="1"/>
          <p:nvPr>
            <p:ph idx="4" type="subTitle"/>
          </p:nvPr>
        </p:nvSpPr>
        <p:spPr>
          <a:xfrm>
            <a:off x="953125" y="2110049"/>
            <a:ext cx="21261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45" name="Google Shape;245;p32"/>
          <p:cNvSpPr txBox="1"/>
          <p:nvPr>
            <p:ph idx="5" type="subTitle"/>
          </p:nvPr>
        </p:nvSpPr>
        <p:spPr>
          <a:xfrm>
            <a:off x="6064875" y="16938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246" name="Google Shape;246;p32"/>
          <p:cNvSpPr txBox="1"/>
          <p:nvPr>
            <p:ph idx="6" type="subTitle"/>
          </p:nvPr>
        </p:nvSpPr>
        <p:spPr>
          <a:xfrm>
            <a:off x="6064875" y="2110049"/>
            <a:ext cx="21261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47" name="Google Shape;247;p32"/>
          <p:cNvSpPr txBox="1"/>
          <p:nvPr>
            <p:ph type="title"/>
          </p:nvPr>
        </p:nvSpPr>
        <p:spPr>
          <a:xfrm>
            <a:off x="1244250" y="445025"/>
            <a:ext cx="66555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atin typeface="Merriweather Light"/>
                <a:ea typeface="Merriweather Light"/>
                <a:cs typeface="Merriweather Light"/>
                <a:sym typeface="Merriweather Light"/>
              </a:defRPr>
            </a:lvl2pPr>
            <a:lvl3pPr lvl="2" rtl="0" algn="ctr">
              <a:spcBef>
                <a:spcPts val="0"/>
              </a:spcBef>
              <a:spcAft>
                <a:spcPts val="0"/>
              </a:spcAft>
              <a:buSzPts val="3000"/>
              <a:buNone/>
              <a:defRPr>
                <a:latin typeface="Merriweather Light"/>
                <a:ea typeface="Merriweather Light"/>
                <a:cs typeface="Merriweather Light"/>
                <a:sym typeface="Merriweather Light"/>
              </a:defRPr>
            </a:lvl3pPr>
            <a:lvl4pPr lvl="3" rtl="0" algn="ctr">
              <a:spcBef>
                <a:spcPts val="0"/>
              </a:spcBef>
              <a:spcAft>
                <a:spcPts val="0"/>
              </a:spcAft>
              <a:buSzPts val="3000"/>
              <a:buNone/>
              <a:defRPr>
                <a:latin typeface="Merriweather Light"/>
                <a:ea typeface="Merriweather Light"/>
                <a:cs typeface="Merriweather Light"/>
                <a:sym typeface="Merriweather Light"/>
              </a:defRPr>
            </a:lvl4pPr>
            <a:lvl5pPr lvl="4" rtl="0" algn="ctr">
              <a:spcBef>
                <a:spcPts val="0"/>
              </a:spcBef>
              <a:spcAft>
                <a:spcPts val="0"/>
              </a:spcAft>
              <a:buSzPts val="3000"/>
              <a:buNone/>
              <a:defRPr>
                <a:latin typeface="Merriweather Light"/>
                <a:ea typeface="Merriweather Light"/>
                <a:cs typeface="Merriweather Light"/>
                <a:sym typeface="Merriweather Light"/>
              </a:defRPr>
            </a:lvl5pPr>
            <a:lvl6pPr lvl="5" rtl="0" algn="ctr">
              <a:spcBef>
                <a:spcPts val="0"/>
              </a:spcBef>
              <a:spcAft>
                <a:spcPts val="0"/>
              </a:spcAft>
              <a:buSzPts val="3000"/>
              <a:buNone/>
              <a:defRPr>
                <a:latin typeface="Merriweather Light"/>
                <a:ea typeface="Merriweather Light"/>
                <a:cs typeface="Merriweather Light"/>
                <a:sym typeface="Merriweather Light"/>
              </a:defRPr>
            </a:lvl6pPr>
            <a:lvl7pPr lvl="6" rtl="0" algn="ctr">
              <a:spcBef>
                <a:spcPts val="0"/>
              </a:spcBef>
              <a:spcAft>
                <a:spcPts val="0"/>
              </a:spcAft>
              <a:buSzPts val="3000"/>
              <a:buNone/>
              <a:defRPr>
                <a:latin typeface="Merriweather Light"/>
                <a:ea typeface="Merriweather Light"/>
                <a:cs typeface="Merriweather Light"/>
                <a:sym typeface="Merriweather Light"/>
              </a:defRPr>
            </a:lvl7pPr>
            <a:lvl8pPr lvl="7" rtl="0" algn="ctr">
              <a:spcBef>
                <a:spcPts val="0"/>
              </a:spcBef>
              <a:spcAft>
                <a:spcPts val="0"/>
              </a:spcAft>
              <a:buSzPts val="3000"/>
              <a:buNone/>
              <a:defRPr>
                <a:latin typeface="Merriweather Light"/>
                <a:ea typeface="Merriweather Light"/>
                <a:cs typeface="Merriweather Light"/>
                <a:sym typeface="Merriweather Light"/>
              </a:defRPr>
            </a:lvl8pPr>
            <a:lvl9pPr lvl="8" rtl="0" algn="ctr">
              <a:spcBef>
                <a:spcPts val="0"/>
              </a:spcBef>
              <a:spcAft>
                <a:spcPts val="0"/>
              </a:spcAft>
              <a:buSzPts val="3000"/>
              <a:buNone/>
              <a:defRPr>
                <a:latin typeface="Merriweather Light"/>
                <a:ea typeface="Merriweather Light"/>
                <a:cs typeface="Merriweather Light"/>
                <a:sym typeface="Merriweather Light"/>
              </a:defRPr>
            </a:lvl9pPr>
          </a:lstStyle>
          <a:p/>
        </p:txBody>
      </p:sp>
      <p:sp>
        <p:nvSpPr>
          <p:cNvPr id="248" name="Google Shape;248;p32"/>
          <p:cNvSpPr txBox="1"/>
          <p:nvPr>
            <p:ph idx="7" type="subTitle"/>
          </p:nvPr>
        </p:nvSpPr>
        <p:spPr>
          <a:xfrm>
            <a:off x="3509000" y="33987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249" name="Google Shape;249;p32"/>
          <p:cNvSpPr txBox="1"/>
          <p:nvPr>
            <p:ph idx="8" type="subTitle"/>
          </p:nvPr>
        </p:nvSpPr>
        <p:spPr>
          <a:xfrm>
            <a:off x="3509025" y="3814949"/>
            <a:ext cx="21261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50" name="Google Shape;250;p32"/>
          <p:cNvSpPr txBox="1"/>
          <p:nvPr>
            <p:ph idx="9" type="subTitle"/>
          </p:nvPr>
        </p:nvSpPr>
        <p:spPr>
          <a:xfrm>
            <a:off x="953025" y="33987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251" name="Google Shape;251;p32"/>
          <p:cNvSpPr txBox="1"/>
          <p:nvPr>
            <p:ph idx="13" type="subTitle"/>
          </p:nvPr>
        </p:nvSpPr>
        <p:spPr>
          <a:xfrm>
            <a:off x="953125" y="3814949"/>
            <a:ext cx="21261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52" name="Google Shape;252;p32"/>
          <p:cNvSpPr txBox="1"/>
          <p:nvPr>
            <p:ph idx="14" type="subTitle"/>
          </p:nvPr>
        </p:nvSpPr>
        <p:spPr>
          <a:xfrm>
            <a:off x="6064875" y="33987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253" name="Google Shape;253;p32"/>
          <p:cNvSpPr txBox="1"/>
          <p:nvPr>
            <p:ph idx="15" type="subTitle"/>
          </p:nvPr>
        </p:nvSpPr>
        <p:spPr>
          <a:xfrm>
            <a:off x="6064875" y="3814949"/>
            <a:ext cx="21261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cxnSp>
        <p:nvCxnSpPr>
          <p:cNvPr id="254" name="Google Shape;254;p32"/>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55" name="Google Shape;255;p32"/>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56" name="Google Shape;256;p32"/>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257" name="Google Shape;257;p32"/>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1">
  <p:cSld name="CUSTOM_32">
    <p:spTree>
      <p:nvGrpSpPr>
        <p:cNvPr id="258" name="Shape 258"/>
        <p:cNvGrpSpPr/>
        <p:nvPr/>
      </p:nvGrpSpPr>
      <p:grpSpPr>
        <a:xfrm>
          <a:off x="0" y="0"/>
          <a:ext cx="0" cy="0"/>
          <a:chOff x="0" y="0"/>
          <a:chExt cx="0" cy="0"/>
        </a:xfrm>
      </p:grpSpPr>
      <p:sp>
        <p:nvSpPr>
          <p:cNvPr id="259" name="Google Shape;259;p33"/>
          <p:cNvSpPr txBox="1"/>
          <p:nvPr>
            <p:ph idx="1" type="subTitle"/>
          </p:nvPr>
        </p:nvSpPr>
        <p:spPr>
          <a:xfrm>
            <a:off x="3414050" y="1714429"/>
            <a:ext cx="23160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260" name="Google Shape;260;p33"/>
          <p:cNvSpPr txBox="1"/>
          <p:nvPr>
            <p:ph idx="2" type="subTitle"/>
          </p:nvPr>
        </p:nvSpPr>
        <p:spPr>
          <a:xfrm>
            <a:off x="3564200" y="2124122"/>
            <a:ext cx="2015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61" name="Google Shape;261;p33"/>
          <p:cNvSpPr txBox="1"/>
          <p:nvPr>
            <p:ph idx="3" type="subTitle"/>
          </p:nvPr>
        </p:nvSpPr>
        <p:spPr>
          <a:xfrm>
            <a:off x="705725" y="1714429"/>
            <a:ext cx="23160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262" name="Google Shape;262;p33"/>
          <p:cNvSpPr txBox="1"/>
          <p:nvPr>
            <p:ph idx="4" type="subTitle"/>
          </p:nvPr>
        </p:nvSpPr>
        <p:spPr>
          <a:xfrm>
            <a:off x="855875" y="2124122"/>
            <a:ext cx="2015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63" name="Google Shape;263;p33"/>
          <p:cNvSpPr txBox="1"/>
          <p:nvPr>
            <p:ph idx="5" type="subTitle"/>
          </p:nvPr>
        </p:nvSpPr>
        <p:spPr>
          <a:xfrm>
            <a:off x="6122325" y="1714429"/>
            <a:ext cx="23160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264" name="Google Shape;264;p33"/>
          <p:cNvSpPr txBox="1"/>
          <p:nvPr>
            <p:ph idx="6" type="subTitle"/>
          </p:nvPr>
        </p:nvSpPr>
        <p:spPr>
          <a:xfrm>
            <a:off x="6272475" y="2124122"/>
            <a:ext cx="2015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65" name="Google Shape;265;p33"/>
          <p:cNvSpPr txBox="1"/>
          <p:nvPr>
            <p:ph idx="7" type="subTitle"/>
          </p:nvPr>
        </p:nvSpPr>
        <p:spPr>
          <a:xfrm>
            <a:off x="3414050" y="3453326"/>
            <a:ext cx="23160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266" name="Google Shape;266;p33"/>
          <p:cNvSpPr txBox="1"/>
          <p:nvPr>
            <p:ph idx="8" type="subTitle"/>
          </p:nvPr>
        </p:nvSpPr>
        <p:spPr>
          <a:xfrm>
            <a:off x="3564200" y="3869536"/>
            <a:ext cx="2015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67" name="Google Shape;267;p33"/>
          <p:cNvSpPr txBox="1"/>
          <p:nvPr>
            <p:ph idx="9" type="subTitle"/>
          </p:nvPr>
        </p:nvSpPr>
        <p:spPr>
          <a:xfrm>
            <a:off x="705725" y="3453326"/>
            <a:ext cx="23160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268" name="Google Shape;268;p33"/>
          <p:cNvSpPr txBox="1"/>
          <p:nvPr>
            <p:ph idx="13" type="subTitle"/>
          </p:nvPr>
        </p:nvSpPr>
        <p:spPr>
          <a:xfrm>
            <a:off x="855875" y="3869536"/>
            <a:ext cx="2015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69" name="Google Shape;269;p33"/>
          <p:cNvSpPr txBox="1"/>
          <p:nvPr>
            <p:ph idx="14" type="subTitle"/>
          </p:nvPr>
        </p:nvSpPr>
        <p:spPr>
          <a:xfrm>
            <a:off x="6122325" y="3453326"/>
            <a:ext cx="23160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270" name="Google Shape;270;p33"/>
          <p:cNvSpPr txBox="1"/>
          <p:nvPr>
            <p:ph idx="15" type="subTitle"/>
          </p:nvPr>
        </p:nvSpPr>
        <p:spPr>
          <a:xfrm>
            <a:off x="6272475" y="3869536"/>
            <a:ext cx="2015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71" name="Google Shape;271;p33"/>
          <p:cNvSpPr txBox="1"/>
          <p:nvPr>
            <p:ph type="title"/>
          </p:nvPr>
        </p:nvSpPr>
        <p:spPr>
          <a:xfrm>
            <a:off x="713225" y="445025"/>
            <a:ext cx="60807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p:txBody>
      </p:sp>
      <p:cxnSp>
        <p:nvCxnSpPr>
          <p:cNvPr id="272" name="Google Shape;272;p33"/>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73" name="Google Shape;273;p33"/>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ive columns">
  <p:cSld name="CUSTOM_33">
    <p:spTree>
      <p:nvGrpSpPr>
        <p:cNvPr id="274" name="Shape 274"/>
        <p:cNvGrpSpPr/>
        <p:nvPr/>
      </p:nvGrpSpPr>
      <p:grpSpPr>
        <a:xfrm>
          <a:off x="0" y="0"/>
          <a:ext cx="0" cy="0"/>
          <a:chOff x="0" y="0"/>
          <a:chExt cx="0" cy="0"/>
        </a:xfrm>
      </p:grpSpPr>
      <p:sp>
        <p:nvSpPr>
          <p:cNvPr id="275" name="Google Shape;275;p34"/>
          <p:cNvSpPr txBox="1"/>
          <p:nvPr>
            <p:ph idx="1" type="subTitle"/>
          </p:nvPr>
        </p:nvSpPr>
        <p:spPr>
          <a:xfrm>
            <a:off x="3414050" y="1714429"/>
            <a:ext cx="23160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276" name="Google Shape;276;p34"/>
          <p:cNvSpPr txBox="1"/>
          <p:nvPr>
            <p:ph idx="2" type="subTitle"/>
          </p:nvPr>
        </p:nvSpPr>
        <p:spPr>
          <a:xfrm>
            <a:off x="3564200" y="2124122"/>
            <a:ext cx="2015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77" name="Google Shape;277;p34"/>
          <p:cNvSpPr txBox="1"/>
          <p:nvPr>
            <p:ph idx="3" type="subTitle"/>
          </p:nvPr>
        </p:nvSpPr>
        <p:spPr>
          <a:xfrm>
            <a:off x="705725" y="1714429"/>
            <a:ext cx="23160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278" name="Google Shape;278;p34"/>
          <p:cNvSpPr txBox="1"/>
          <p:nvPr>
            <p:ph idx="4" type="subTitle"/>
          </p:nvPr>
        </p:nvSpPr>
        <p:spPr>
          <a:xfrm>
            <a:off x="855875" y="2124122"/>
            <a:ext cx="2015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79" name="Google Shape;279;p34"/>
          <p:cNvSpPr txBox="1"/>
          <p:nvPr>
            <p:ph idx="5" type="subTitle"/>
          </p:nvPr>
        </p:nvSpPr>
        <p:spPr>
          <a:xfrm>
            <a:off x="6122325" y="1714429"/>
            <a:ext cx="23160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280" name="Google Shape;280;p34"/>
          <p:cNvSpPr txBox="1"/>
          <p:nvPr>
            <p:ph idx="6" type="subTitle"/>
          </p:nvPr>
        </p:nvSpPr>
        <p:spPr>
          <a:xfrm>
            <a:off x="6272475" y="2124122"/>
            <a:ext cx="2015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81" name="Google Shape;281;p34"/>
          <p:cNvSpPr txBox="1"/>
          <p:nvPr>
            <p:ph idx="7" type="subTitle"/>
          </p:nvPr>
        </p:nvSpPr>
        <p:spPr>
          <a:xfrm>
            <a:off x="2059863" y="3148526"/>
            <a:ext cx="23160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282" name="Google Shape;282;p34"/>
          <p:cNvSpPr txBox="1"/>
          <p:nvPr>
            <p:ph idx="8" type="subTitle"/>
          </p:nvPr>
        </p:nvSpPr>
        <p:spPr>
          <a:xfrm>
            <a:off x="2210013" y="3564736"/>
            <a:ext cx="2015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83" name="Google Shape;283;p34"/>
          <p:cNvSpPr txBox="1"/>
          <p:nvPr>
            <p:ph idx="9" type="subTitle"/>
          </p:nvPr>
        </p:nvSpPr>
        <p:spPr>
          <a:xfrm>
            <a:off x="4768138" y="3148526"/>
            <a:ext cx="23160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284" name="Google Shape;284;p34"/>
          <p:cNvSpPr txBox="1"/>
          <p:nvPr>
            <p:ph idx="13" type="subTitle"/>
          </p:nvPr>
        </p:nvSpPr>
        <p:spPr>
          <a:xfrm>
            <a:off x="4918288" y="3564736"/>
            <a:ext cx="2015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85" name="Google Shape;285;p34"/>
          <p:cNvSpPr txBox="1"/>
          <p:nvPr>
            <p:ph type="title"/>
          </p:nvPr>
        </p:nvSpPr>
        <p:spPr>
          <a:xfrm>
            <a:off x="1531650" y="445025"/>
            <a:ext cx="60807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atin typeface="Merriweather Light"/>
                <a:ea typeface="Merriweather Light"/>
                <a:cs typeface="Merriweather Light"/>
                <a:sym typeface="Merriweather Light"/>
              </a:defRPr>
            </a:lvl2pPr>
            <a:lvl3pPr lvl="2" rtl="0" algn="ctr">
              <a:spcBef>
                <a:spcPts val="0"/>
              </a:spcBef>
              <a:spcAft>
                <a:spcPts val="0"/>
              </a:spcAft>
              <a:buSzPts val="3000"/>
              <a:buNone/>
              <a:defRPr>
                <a:latin typeface="Merriweather Light"/>
                <a:ea typeface="Merriweather Light"/>
                <a:cs typeface="Merriweather Light"/>
                <a:sym typeface="Merriweather Light"/>
              </a:defRPr>
            </a:lvl3pPr>
            <a:lvl4pPr lvl="3" rtl="0" algn="ctr">
              <a:spcBef>
                <a:spcPts val="0"/>
              </a:spcBef>
              <a:spcAft>
                <a:spcPts val="0"/>
              </a:spcAft>
              <a:buSzPts val="3000"/>
              <a:buNone/>
              <a:defRPr>
                <a:latin typeface="Merriweather Light"/>
                <a:ea typeface="Merriweather Light"/>
                <a:cs typeface="Merriweather Light"/>
                <a:sym typeface="Merriweather Light"/>
              </a:defRPr>
            </a:lvl4pPr>
            <a:lvl5pPr lvl="4" rtl="0" algn="ctr">
              <a:spcBef>
                <a:spcPts val="0"/>
              </a:spcBef>
              <a:spcAft>
                <a:spcPts val="0"/>
              </a:spcAft>
              <a:buSzPts val="3000"/>
              <a:buNone/>
              <a:defRPr>
                <a:latin typeface="Merriweather Light"/>
                <a:ea typeface="Merriweather Light"/>
                <a:cs typeface="Merriweather Light"/>
                <a:sym typeface="Merriweather Light"/>
              </a:defRPr>
            </a:lvl5pPr>
            <a:lvl6pPr lvl="5" rtl="0" algn="ctr">
              <a:spcBef>
                <a:spcPts val="0"/>
              </a:spcBef>
              <a:spcAft>
                <a:spcPts val="0"/>
              </a:spcAft>
              <a:buSzPts val="3000"/>
              <a:buNone/>
              <a:defRPr>
                <a:latin typeface="Merriweather Light"/>
                <a:ea typeface="Merriweather Light"/>
                <a:cs typeface="Merriweather Light"/>
                <a:sym typeface="Merriweather Light"/>
              </a:defRPr>
            </a:lvl6pPr>
            <a:lvl7pPr lvl="6" rtl="0" algn="ctr">
              <a:spcBef>
                <a:spcPts val="0"/>
              </a:spcBef>
              <a:spcAft>
                <a:spcPts val="0"/>
              </a:spcAft>
              <a:buSzPts val="3000"/>
              <a:buNone/>
              <a:defRPr>
                <a:latin typeface="Merriweather Light"/>
                <a:ea typeface="Merriweather Light"/>
                <a:cs typeface="Merriweather Light"/>
                <a:sym typeface="Merriweather Light"/>
              </a:defRPr>
            </a:lvl7pPr>
            <a:lvl8pPr lvl="7" rtl="0" algn="ctr">
              <a:spcBef>
                <a:spcPts val="0"/>
              </a:spcBef>
              <a:spcAft>
                <a:spcPts val="0"/>
              </a:spcAft>
              <a:buSzPts val="3000"/>
              <a:buNone/>
              <a:defRPr>
                <a:latin typeface="Merriweather Light"/>
                <a:ea typeface="Merriweather Light"/>
                <a:cs typeface="Merriweather Light"/>
                <a:sym typeface="Merriweather Light"/>
              </a:defRPr>
            </a:lvl8pPr>
            <a:lvl9pPr lvl="8" rtl="0" algn="ctr">
              <a:spcBef>
                <a:spcPts val="0"/>
              </a:spcBef>
              <a:spcAft>
                <a:spcPts val="0"/>
              </a:spcAft>
              <a:buSzPts val="3000"/>
              <a:buNone/>
              <a:defRPr>
                <a:latin typeface="Merriweather Light"/>
                <a:ea typeface="Merriweather Light"/>
                <a:cs typeface="Merriweather Light"/>
                <a:sym typeface="Merriweather Light"/>
              </a:defRPr>
            </a:lvl9pPr>
          </a:lstStyle>
          <a:p/>
        </p:txBody>
      </p:sp>
      <p:cxnSp>
        <p:nvCxnSpPr>
          <p:cNvPr id="286" name="Google Shape;286;p34"/>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87" name="Google Shape;287;p34"/>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88" name="Google Shape;288;p34"/>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289" name="Google Shape;289;p34"/>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CUSTOM_34">
    <p:spTree>
      <p:nvGrpSpPr>
        <p:cNvPr id="290" name="Shape 290"/>
        <p:cNvGrpSpPr/>
        <p:nvPr/>
      </p:nvGrpSpPr>
      <p:grpSpPr>
        <a:xfrm>
          <a:off x="0" y="0"/>
          <a:ext cx="0" cy="0"/>
          <a:chOff x="0" y="0"/>
          <a:chExt cx="0" cy="0"/>
        </a:xfrm>
      </p:grpSpPr>
      <p:sp>
        <p:nvSpPr>
          <p:cNvPr id="291" name="Google Shape;291;p35"/>
          <p:cNvSpPr txBox="1"/>
          <p:nvPr>
            <p:ph type="title"/>
          </p:nvPr>
        </p:nvSpPr>
        <p:spPr>
          <a:xfrm>
            <a:off x="716225" y="1073000"/>
            <a:ext cx="5640600" cy="2856600"/>
          </a:xfrm>
          <a:prstGeom prst="rect">
            <a:avLst/>
          </a:prstGeom>
        </p:spPr>
        <p:txBody>
          <a:bodyPr anchorCtr="0" anchor="t" bIns="91425" lIns="91425" spcFirstLastPara="1" rIns="91425" wrap="square" tIns="91425">
            <a:noAutofit/>
          </a:bodyPr>
          <a:lstStyle>
            <a:lvl1pPr lvl="0" rtl="0">
              <a:spcBef>
                <a:spcPts val="0"/>
              </a:spcBef>
              <a:spcAft>
                <a:spcPts val="0"/>
              </a:spcAft>
              <a:buSzPts val="4800"/>
              <a:buNone/>
              <a:defRPr sz="96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cxnSp>
        <p:nvCxnSpPr>
          <p:cNvPr id="292" name="Google Shape;292;p35"/>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93" name="Google Shape;293;p35"/>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94" name="Google Shape;294;p35"/>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295" name="Google Shape;295;p35"/>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296" name="Google Shape;296;p35"/>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297" name="Google Shape;297;p35"/>
          <p:cNvCxnSpPr/>
          <p:nvPr/>
        </p:nvCxnSpPr>
        <p:spPr>
          <a:xfrm flipH="1">
            <a:off x="-237137" y="-71162"/>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1">
  <p:cSld name="CUSTOM_35">
    <p:spTree>
      <p:nvGrpSpPr>
        <p:cNvPr id="298" name="Shape 298"/>
        <p:cNvGrpSpPr/>
        <p:nvPr/>
      </p:nvGrpSpPr>
      <p:grpSpPr>
        <a:xfrm>
          <a:off x="0" y="0"/>
          <a:ext cx="0" cy="0"/>
          <a:chOff x="0" y="0"/>
          <a:chExt cx="0" cy="0"/>
        </a:xfrm>
      </p:grpSpPr>
      <p:sp>
        <p:nvSpPr>
          <p:cNvPr id="299" name="Google Shape;299;p36"/>
          <p:cNvSpPr txBox="1"/>
          <p:nvPr>
            <p:ph idx="1" type="subTitle"/>
          </p:nvPr>
        </p:nvSpPr>
        <p:spPr>
          <a:xfrm>
            <a:off x="4916850" y="1894200"/>
            <a:ext cx="2316000" cy="489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00" name="Google Shape;300;p36"/>
          <p:cNvSpPr txBox="1"/>
          <p:nvPr>
            <p:ph idx="2" type="subTitle"/>
          </p:nvPr>
        </p:nvSpPr>
        <p:spPr>
          <a:xfrm>
            <a:off x="5058900" y="2296473"/>
            <a:ext cx="20319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01" name="Google Shape;301;p36"/>
          <p:cNvSpPr txBox="1"/>
          <p:nvPr>
            <p:ph idx="3" type="subTitle"/>
          </p:nvPr>
        </p:nvSpPr>
        <p:spPr>
          <a:xfrm>
            <a:off x="1911150" y="1894200"/>
            <a:ext cx="2316000" cy="489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02" name="Google Shape;302;p36"/>
          <p:cNvSpPr txBox="1"/>
          <p:nvPr>
            <p:ph idx="4" type="subTitle"/>
          </p:nvPr>
        </p:nvSpPr>
        <p:spPr>
          <a:xfrm>
            <a:off x="2053300" y="2296473"/>
            <a:ext cx="20319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03" name="Google Shape;303;p36"/>
          <p:cNvSpPr txBox="1"/>
          <p:nvPr>
            <p:ph idx="5" type="subTitle"/>
          </p:nvPr>
        </p:nvSpPr>
        <p:spPr>
          <a:xfrm>
            <a:off x="4916850" y="3528902"/>
            <a:ext cx="2316000" cy="489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04" name="Google Shape;304;p36"/>
          <p:cNvSpPr txBox="1"/>
          <p:nvPr>
            <p:ph idx="6" type="subTitle"/>
          </p:nvPr>
        </p:nvSpPr>
        <p:spPr>
          <a:xfrm>
            <a:off x="5058900" y="3923733"/>
            <a:ext cx="20319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05" name="Google Shape;305;p36"/>
          <p:cNvSpPr txBox="1"/>
          <p:nvPr>
            <p:ph idx="7" type="subTitle"/>
          </p:nvPr>
        </p:nvSpPr>
        <p:spPr>
          <a:xfrm>
            <a:off x="1911150" y="3528902"/>
            <a:ext cx="2316000" cy="489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06" name="Google Shape;306;p36"/>
          <p:cNvSpPr txBox="1"/>
          <p:nvPr>
            <p:ph idx="8" type="subTitle"/>
          </p:nvPr>
        </p:nvSpPr>
        <p:spPr>
          <a:xfrm>
            <a:off x="2053200" y="3923733"/>
            <a:ext cx="20319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07" name="Google Shape;307;p36"/>
          <p:cNvSpPr txBox="1"/>
          <p:nvPr>
            <p:ph type="title"/>
          </p:nvPr>
        </p:nvSpPr>
        <p:spPr>
          <a:xfrm>
            <a:off x="713225" y="445025"/>
            <a:ext cx="64803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p:txBody>
      </p:sp>
      <p:cxnSp>
        <p:nvCxnSpPr>
          <p:cNvPr id="308" name="Google Shape;308;p36"/>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09" name="Google Shape;309;p36"/>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_36">
    <p:spTree>
      <p:nvGrpSpPr>
        <p:cNvPr id="310" name="Shape 310"/>
        <p:cNvGrpSpPr/>
        <p:nvPr/>
      </p:nvGrpSpPr>
      <p:grpSpPr>
        <a:xfrm>
          <a:off x="0" y="0"/>
          <a:ext cx="0" cy="0"/>
          <a:chOff x="0" y="0"/>
          <a:chExt cx="0" cy="0"/>
        </a:xfrm>
      </p:grpSpPr>
      <p:sp>
        <p:nvSpPr>
          <p:cNvPr id="311" name="Google Shape;311;p37"/>
          <p:cNvSpPr txBox="1"/>
          <p:nvPr>
            <p:ph idx="1" type="subTitle"/>
          </p:nvPr>
        </p:nvSpPr>
        <p:spPr>
          <a:xfrm>
            <a:off x="3571925" y="2904446"/>
            <a:ext cx="2015400" cy="496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12" name="Google Shape;312;p37"/>
          <p:cNvSpPr txBox="1"/>
          <p:nvPr>
            <p:ph idx="2" type="subTitle"/>
          </p:nvPr>
        </p:nvSpPr>
        <p:spPr>
          <a:xfrm>
            <a:off x="3571925" y="3306722"/>
            <a:ext cx="20154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13" name="Google Shape;313;p37"/>
          <p:cNvSpPr txBox="1"/>
          <p:nvPr>
            <p:ph idx="3" type="subTitle"/>
          </p:nvPr>
        </p:nvSpPr>
        <p:spPr>
          <a:xfrm>
            <a:off x="1088400" y="2904446"/>
            <a:ext cx="2015400" cy="496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14" name="Google Shape;314;p37"/>
          <p:cNvSpPr txBox="1"/>
          <p:nvPr>
            <p:ph idx="4" type="subTitle"/>
          </p:nvPr>
        </p:nvSpPr>
        <p:spPr>
          <a:xfrm>
            <a:off x="1088400" y="3306722"/>
            <a:ext cx="20154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15" name="Google Shape;315;p37"/>
          <p:cNvSpPr txBox="1"/>
          <p:nvPr>
            <p:ph idx="5" type="subTitle"/>
          </p:nvPr>
        </p:nvSpPr>
        <p:spPr>
          <a:xfrm>
            <a:off x="6055450" y="2904446"/>
            <a:ext cx="2015400" cy="496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16" name="Google Shape;316;p37"/>
          <p:cNvSpPr txBox="1"/>
          <p:nvPr>
            <p:ph idx="6" type="subTitle"/>
          </p:nvPr>
        </p:nvSpPr>
        <p:spPr>
          <a:xfrm>
            <a:off x="6055450" y="3306722"/>
            <a:ext cx="20154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17" name="Google Shape;317;p37"/>
          <p:cNvSpPr txBox="1"/>
          <p:nvPr>
            <p:ph type="title"/>
          </p:nvPr>
        </p:nvSpPr>
        <p:spPr>
          <a:xfrm>
            <a:off x="713225" y="445025"/>
            <a:ext cx="5517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p:txBody>
      </p:sp>
      <p:cxnSp>
        <p:nvCxnSpPr>
          <p:cNvPr id="318" name="Google Shape;318;p37"/>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19" name="Google Shape;319;p37"/>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20" name="Google Shape;320;p37"/>
          <p:cNvCxnSpPr/>
          <p:nvPr/>
        </p:nvCxnSpPr>
        <p:spPr>
          <a:xfrm>
            <a:off x="7434175" y="-125600"/>
            <a:ext cx="1993200" cy="13302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
  <p:cSld name="CUSTOM_23">
    <p:spTree>
      <p:nvGrpSpPr>
        <p:cNvPr id="321" name="Shape 321"/>
        <p:cNvGrpSpPr/>
        <p:nvPr/>
      </p:nvGrpSpPr>
      <p:grpSpPr>
        <a:xfrm>
          <a:off x="0" y="0"/>
          <a:ext cx="0" cy="0"/>
          <a:chOff x="0" y="0"/>
          <a:chExt cx="0" cy="0"/>
        </a:xfrm>
      </p:grpSpPr>
      <p:cxnSp>
        <p:nvCxnSpPr>
          <p:cNvPr id="322" name="Google Shape;322;p38"/>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23" name="Google Shape;323;p38"/>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24" name="Google Shape;324;p38"/>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325" name="Google Shape;325;p38"/>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326" name="Google Shape;326;p38"/>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327" name="Google Shape;327;p38"/>
          <p:cNvCxnSpPr/>
          <p:nvPr/>
        </p:nvCxnSpPr>
        <p:spPr>
          <a:xfrm flipH="1">
            <a:off x="-237137" y="-71162"/>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
        <p:nvSpPr>
          <p:cNvPr id="328" name="Google Shape;328;p38"/>
          <p:cNvSpPr txBox="1"/>
          <p:nvPr>
            <p:ph type="title"/>
          </p:nvPr>
        </p:nvSpPr>
        <p:spPr>
          <a:xfrm>
            <a:off x="2780100" y="445025"/>
            <a:ext cx="35838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29" name="Google Shape;329;p38"/>
          <p:cNvSpPr txBox="1"/>
          <p:nvPr>
            <p:ph idx="1" type="subTitle"/>
          </p:nvPr>
        </p:nvSpPr>
        <p:spPr>
          <a:xfrm>
            <a:off x="5306650" y="1710190"/>
            <a:ext cx="2486100" cy="401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330" name="Google Shape;330;p38"/>
          <p:cNvSpPr txBox="1"/>
          <p:nvPr>
            <p:ph idx="2" type="subTitle"/>
          </p:nvPr>
        </p:nvSpPr>
        <p:spPr>
          <a:xfrm>
            <a:off x="5306650" y="2111217"/>
            <a:ext cx="2486100" cy="618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31" name="Google Shape;331;p38"/>
          <p:cNvSpPr txBox="1"/>
          <p:nvPr>
            <p:ph idx="3" type="subTitle"/>
          </p:nvPr>
        </p:nvSpPr>
        <p:spPr>
          <a:xfrm>
            <a:off x="1351250" y="1710190"/>
            <a:ext cx="2486100" cy="401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332" name="Google Shape;332;p38"/>
          <p:cNvSpPr txBox="1"/>
          <p:nvPr>
            <p:ph idx="4" type="subTitle"/>
          </p:nvPr>
        </p:nvSpPr>
        <p:spPr>
          <a:xfrm>
            <a:off x="1351250" y="2111217"/>
            <a:ext cx="2486100" cy="618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33" name="Google Shape;333;p38"/>
          <p:cNvSpPr txBox="1"/>
          <p:nvPr>
            <p:ph idx="5" type="subTitle"/>
          </p:nvPr>
        </p:nvSpPr>
        <p:spPr>
          <a:xfrm>
            <a:off x="5306650" y="3552118"/>
            <a:ext cx="2486100" cy="461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334" name="Google Shape;334;p38"/>
          <p:cNvSpPr txBox="1"/>
          <p:nvPr>
            <p:ph idx="6" type="subTitle"/>
          </p:nvPr>
        </p:nvSpPr>
        <p:spPr>
          <a:xfrm>
            <a:off x="5306650" y="3946487"/>
            <a:ext cx="2486100" cy="618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35" name="Google Shape;335;p38"/>
          <p:cNvSpPr txBox="1"/>
          <p:nvPr>
            <p:ph idx="7" type="subTitle"/>
          </p:nvPr>
        </p:nvSpPr>
        <p:spPr>
          <a:xfrm>
            <a:off x="1351250" y="3552118"/>
            <a:ext cx="2486100" cy="461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336" name="Google Shape;336;p38"/>
          <p:cNvSpPr txBox="1"/>
          <p:nvPr>
            <p:ph idx="8" type="subTitle"/>
          </p:nvPr>
        </p:nvSpPr>
        <p:spPr>
          <a:xfrm>
            <a:off x="1351300" y="3946487"/>
            <a:ext cx="2486100" cy="618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37" name="Google Shape;337;p38"/>
          <p:cNvSpPr txBox="1"/>
          <p:nvPr>
            <p:ph hasCustomPrompt="1" idx="9" type="title"/>
          </p:nvPr>
        </p:nvSpPr>
        <p:spPr>
          <a:xfrm>
            <a:off x="1351250" y="1131425"/>
            <a:ext cx="2486100" cy="6675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2"/>
              </a:buClr>
              <a:buSzPts val="4000"/>
              <a:buNone/>
              <a:defRPr sz="3800">
                <a:solidFill>
                  <a:schemeClr val="accent1"/>
                </a:solidFill>
              </a:defRPr>
            </a:lvl1pPr>
            <a:lvl2pPr lvl="1" rtl="0" algn="ctr">
              <a:spcBef>
                <a:spcPts val="0"/>
              </a:spcBef>
              <a:spcAft>
                <a:spcPts val="0"/>
              </a:spcAft>
              <a:buClr>
                <a:schemeClr val="dk2"/>
              </a:buClr>
              <a:buSzPts val="4000"/>
              <a:buNone/>
              <a:defRPr sz="4000">
                <a:solidFill>
                  <a:schemeClr val="dk2"/>
                </a:solidFill>
              </a:defRPr>
            </a:lvl2pPr>
            <a:lvl3pPr lvl="2" rtl="0" algn="ctr">
              <a:spcBef>
                <a:spcPts val="0"/>
              </a:spcBef>
              <a:spcAft>
                <a:spcPts val="0"/>
              </a:spcAft>
              <a:buClr>
                <a:schemeClr val="dk2"/>
              </a:buClr>
              <a:buSzPts val="4000"/>
              <a:buNone/>
              <a:defRPr sz="4000">
                <a:solidFill>
                  <a:schemeClr val="dk2"/>
                </a:solidFill>
              </a:defRPr>
            </a:lvl3pPr>
            <a:lvl4pPr lvl="3" rtl="0" algn="ctr">
              <a:spcBef>
                <a:spcPts val="0"/>
              </a:spcBef>
              <a:spcAft>
                <a:spcPts val="0"/>
              </a:spcAft>
              <a:buClr>
                <a:schemeClr val="dk2"/>
              </a:buClr>
              <a:buSzPts val="4000"/>
              <a:buNone/>
              <a:defRPr sz="4000">
                <a:solidFill>
                  <a:schemeClr val="dk2"/>
                </a:solidFill>
              </a:defRPr>
            </a:lvl4pPr>
            <a:lvl5pPr lvl="4" rtl="0" algn="ctr">
              <a:spcBef>
                <a:spcPts val="0"/>
              </a:spcBef>
              <a:spcAft>
                <a:spcPts val="0"/>
              </a:spcAft>
              <a:buClr>
                <a:schemeClr val="dk2"/>
              </a:buClr>
              <a:buSzPts val="4000"/>
              <a:buNone/>
              <a:defRPr sz="4000">
                <a:solidFill>
                  <a:schemeClr val="dk2"/>
                </a:solidFill>
              </a:defRPr>
            </a:lvl5pPr>
            <a:lvl6pPr lvl="5" rtl="0" algn="ctr">
              <a:spcBef>
                <a:spcPts val="0"/>
              </a:spcBef>
              <a:spcAft>
                <a:spcPts val="0"/>
              </a:spcAft>
              <a:buClr>
                <a:schemeClr val="dk2"/>
              </a:buClr>
              <a:buSzPts val="4000"/>
              <a:buNone/>
              <a:defRPr sz="4000">
                <a:solidFill>
                  <a:schemeClr val="dk2"/>
                </a:solidFill>
              </a:defRPr>
            </a:lvl6pPr>
            <a:lvl7pPr lvl="6" rtl="0" algn="ctr">
              <a:spcBef>
                <a:spcPts val="0"/>
              </a:spcBef>
              <a:spcAft>
                <a:spcPts val="0"/>
              </a:spcAft>
              <a:buClr>
                <a:schemeClr val="dk2"/>
              </a:buClr>
              <a:buSzPts val="4000"/>
              <a:buNone/>
              <a:defRPr sz="4000">
                <a:solidFill>
                  <a:schemeClr val="dk2"/>
                </a:solidFill>
              </a:defRPr>
            </a:lvl7pPr>
            <a:lvl8pPr lvl="7" rtl="0" algn="ctr">
              <a:spcBef>
                <a:spcPts val="0"/>
              </a:spcBef>
              <a:spcAft>
                <a:spcPts val="0"/>
              </a:spcAft>
              <a:buClr>
                <a:schemeClr val="dk2"/>
              </a:buClr>
              <a:buSzPts val="4000"/>
              <a:buNone/>
              <a:defRPr sz="4000">
                <a:solidFill>
                  <a:schemeClr val="dk2"/>
                </a:solidFill>
              </a:defRPr>
            </a:lvl8pPr>
            <a:lvl9pPr lvl="8" rtl="0" algn="ctr">
              <a:spcBef>
                <a:spcPts val="0"/>
              </a:spcBef>
              <a:spcAft>
                <a:spcPts val="0"/>
              </a:spcAft>
              <a:buClr>
                <a:schemeClr val="dk2"/>
              </a:buClr>
              <a:buSzPts val="4000"/>
              <a:buNone/>
              <a:defRPr sz="4000">
                <a:solidFill>
                  <a:schemeClr val="dk2"/>
                </a:solidFill>
              </a:defRPr>
            </a:lvl9pPr>
          </a:lstStyle>
          <a:p>
            <a:r>
              <a:t>xx%</a:t>
            </a:r>
          </a:p>
        </p:txBody>
      </p:sp>
      <p:sp>
        <p:nvSpPr>
          <p:cNvPr id="338" name="Google Shape;338;p38"/>
          <p:cNvSpPr txBox="1"/>
          <p:nvPr>
            <p:ph hasCustomPrompt="1" idx="13" type="title"/>
          </p:nvPr>
        </p:nvSpPr>
        <p:spPr>
          <a:xfrm>
            <a:off x="5306650" y="1131425"/>
            <a:ext cx="2486100" cy="6675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2"/>
              </a:buClr>
              <a:buSzPts val="4000"/>
              <a:buNone/>
              <a:defRPr sz="3800">
                <a:solidFill>
                  <a:schemeClr val="accent1"/>
                </a:solidFill>
              </a:defRPr>
            </a:lvl1pPr>
            <a:lvl2pPr lvl="1" rtl="0" algn="ctr">
              <a:spcBef>
                <a:spcPts val="0"/>
              </a:spcBef>
              <a:spcAft>
                <a:spcPts val="0"/>
              </a:spcAft>
              <a:buClr>
                <a:schemeClr val="dk2"/>
              </a:buClr>
              <a:buSzPts val="4000"/>
              <a:buNone/>
              <a:defRPr sz="4000">
                <a:solidFill>
                  <a:schemeClr val="dk2"/>
                </a:solidFill>
              </a:defRPr>
            </a:lvl2pPr>
            <a:lvl3pPr lvl="2" rtl="0" algn="ctr">
              <a:spcBef>
                <a:spcPts val="0"/>
              </a:spcBef>
              <a:spcAft>
                <a:spcPts val="0"/>
              </a:spcAft>
              <a:buClr>
                <a:schemeClr val="dk2"/>
              </a:buClr>
              <a:buSzPts val="4000"/>
              <a:buNone/>
              <a:defRPr sz="4000">
                <a:solidFill>
                  <a:schemeClr val="dk2"/>
                </a:solidFill>
              </a:defRPr>
            </a:lvl3pPr>
            <a:lvl4pPr lvl="3" rtl="0" algn="ctr">
              <a:spcBef>
                <a:spcPts val="0"/>
              </a:spcBef>
              <a:spcAft>
                <a:spcPts val="0"/>
              </a:spcAft>
              <a:buClr>
                <a:schemeClr val="dk2"/>
              </a:buClr>
              <a:buSzPts val="4000"/>
              <a:buNone/>
              <a:defRPr sz="4000">
                <a:solidFill>
                  <a:schemeClr val="dk2"/>
                </a:solidFill>
              </a:defRPr>
            </a:lvl4pPr>
            <a:lvl5pPr lvl="4" rtl="0" algn="ctr">
              <a:spcBef>
                <a:spcPts val="0"/>
              </a:spcBef>
              <a:spcAft>
                <a:spcPts val="0"/>
              </a:spcAft>
              <a:buClr>
                <a:schemeClr val="dk2"/>
              </a:buClr>
              <a:buSzPts val="4000"/>
              <a:buNone/>
              <a:defRPr sz="4000">
                <a:solidFill>
                  <a:schemeClr val="dk2"/>
                </a:solidFill>
              </a:defRPr>
            </a:lvl5pPr>
            <a:lvl6pPr lvl="5" rtl="0" algn="ctr">
              <a:spcBef>
                <a:spcPts val="0"/>
              </a:spcBef>
              <a:spcAft>
                <a:spcPts val="0"/>
              </a:spcAft>
              <a:buClr>
                <a:schemeClr val="dk2"/>
              </a:buClr>
              <a:buSzPts val="4000"/>
              <a:buNone/>
              <a:defRPr sz="4000">
                <a:solidFill>
                  <a:schemeClr val="dk2"/>
                </a:solidFill>
              </a:defRPr>
            </a:lvl6pPr>
            <a:lvl7pPr lvl="6" rtl="0" algn="ctr">
              <a:spcBef>
                <a:spcPts val="0"/>
              </a:spcBef>
              <a:spcAft>
                <a:spcPts val="0"/>
              </a:spcAft>
              <a:buClr>
                <a:schemeClr val="dk2"/>
              </a:buClr>
              <a:buSzPts val="4000"/>
              <a:buNone/>
              <a:defRPr sz="4000">
                <a:solidFill>
                  <a:schemeClr val="dk2"/>
                </a:solidFill>
              </a:defRPr>
            </a:lvl7pPr>
            <a:lvl8pPr lvl="7" rtl="0" algn="ctr">
              <a:spcBef>
                <a:spcPts val="0"/>
              </a:spcBef>
              <a:spcAft>
                <a:spcPts val="0"/>
              </a:spcAft>
              <a:buClr>
                <a:schemeClr val="dk2"/>
              </a:buClr>
              <a:buSzPts val="4000"/>
              <a:buNone/>
              <a:defRPr sz="4000">
                <a:solidFill>
                  <a:schemeClr val="dk2"/>
                </a:solidFill>
              </a:defRPr>
            </a:lvl8pPr>
            <a:lvl9pPr lvl="8" rtl="0" algn="ctr">
              <a:spcBef>
                <a:spcPts val="0"/>
              </a:spcBef>
              <a:spcAft>
                <a:spcPts val="0"/>
              </a:spcAft>
              <a:buClr>
                <a:schemeClr val="dk2"/>
              </a:buClr>
              <a:buSzPts val="4000"/>
              <a:buNone/>
              <a:defRPr sz="4000">
                <a:solidFill>
                  <a:schemeClr val="dk2"/>
                </a:solidFill>
              </a:defRPr>
            </a:lvl9pPr>
          </a:lstStyle>
          <a:p>
            <a:r>
              <a:t>xx%</a:t>
            </a:r>
          </a:p>
        </p:txBody>
      </p:sp>
      <p:sp>
        <p:nvSpPr>
          <p:cNvPr id="339" name="Google Shape;339;p38"/>
          <p:cNvSpPr txBox="1"/>
          <p:nvPr>
            <p:ph hasCustomPrompt="1" idx="14" type="title"/>
          </p:nvPr>
        </p:nvSpPr>
        <p:spPr>
          <a:xfrm>
            <a:off x="1351300" y="2964563"/>
            <a:ext cx="2486100" cy="6675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2"/>
              </a:buClr>
              <a:buSzPts val="4000"/>
              <a:buNone/>
              <a:defRPr sz="3800">
                <a:solidFill>
                  <a:schemeClr val="accent1"/>
                </a:solidFill>
              </a:defRPr>
            </a:lvl1pPr>
            <a:lvl2pPr lvl="1" rtl="0" algn="ctr">
              <a:spcBef>
                <a:spcPts val="0"/>
              </a:spcBef>
              <a:spcAft>
                <a:spcPts val="0"/>
              </a:spcAft>
              <a:buClr>
                <a:schemeClr val="dk2"/>
              </a:buClr>
              <a:buSzPts val="4000"/>
              <a:buNone/>
              <a:defRPr sz="4000">
                <a:solidFill>
                  <a:schemeClr val="dk2"/>
                </a:solidFill>
              </a:defRPr>
            </a:lvl2pPr>
            <a:lvl3pPr lvl="2" rtl="0" algn="ctr">
              <a:spcBef>
                <a:spcPts val="0"/>
              </a:spcBef>
              <a:spcAft>
                <a:spcPts val="0"/>
              </a:spcAft>
              <a:buClr>
                <a:schemeClr val="dk2"/>
              </a:buClr>
              <a:buSzPts val="4000"/>
              <a:buNone/>
              <a:defRPr sz="4000">
                <a:solidFill>
                  <a:schemeClr val="dk2"/>
                </a:solidFill>
              </a:defRPr>
            </a:lvl3pPr>
            <a:lvl4pPr lvl="3" rtl="0" algn="ctr">
              <a:spcBef>
                <a:spcPts val="0"/>
              </a:spcBef>
              <a:spcAft>
                <a:spcPts val="0"/>
              </a:spcAft>
              <a:buClr>
                <a:schemeClr val="dk2"/>
              </a:buClr>
              <a:buSzPts val="4000"/>
              <a:buNone/>
              <a:defRPr sz="4000">
                <a:solidFill>
                  <a:schemeClr val="dk2"/>
                </a:solidFill>
              </a:defRPr>
            </a:lvl4pPr>
            <a:lvl5pPr lvl="4" rtl="0" algn="ctr">
              <a:spcBef>
                <a:spcPts val="0"/>
              </a:spcBef>
              <a:spcAft>
                <a:spcPts val="0"/>
              </a:spcAft>
              <a:buClr>
                <a:schemeClr val="dk2"/>
              </a:buClr>
              <a:buSzPts val="4000"/>
              <a:buNone/>
              <a:defRPr sz="4000">
                <a:solidFill>
                  <a:schemeClr val="dk2"/>
                </a:solidFill>
              </a:defRPr>
            </a:lvl5pPr>
            <a:lvl6pPr lvl="5" rtl="0" algn="ctr">
              <a:spcBef>
                <a:spcPts val="0"/>
              </a:spcBef>
              <a:spcAft>
                <a:spcPts val="0"/>
              </a:spcAft>
              <a:buClr>
                <a:schemeClr val="dk2"/>
              </a:buClr>
              <a:buSzPts val="4000"/>
              <a:buNone/>
              <a:defRPr sz="4000">
                <a:solidFill>
                  <a:schemeClr val="dk2"/>
                </a:solidFill>
              </a:defRPr>
            </a:lvl6pPr>
            <a:lvl7pPr lvl="6" rtl="0" algn="ctr">
              <a:spcBef>
                <a:spcPts val="0"/>
              </a:spcBef>
              <a:spcAft>
                <a:spcPts val="0"/>
              </a:spcAft>
              <a:buClr>
                <a:schemeClr val="dk2"/>
              </a:buClr>
              <a:buSzPts val="4000"/>
              <a:buNone/>
              <a:defRPr sz="4000">
                <a:solidFill>
                  <a:schemeClr val="dk2"/>
                </a:solidFill>
              </a:defRPr>
            </a:lvl7pPr>
            <a:lvl8pPr lvl="7" rtl="0" algn="ctr">
              <a:spcBef>
                <a:spcPts val="0"/>
              </a:spcBef>
              <a:spcAft>
                <a:spcPts val="0"/>
              </a:spcAft>
              <a:buClr>
                <a:schemeClr val="dk2"/>
              </a:buClr>
              <a:buSzPts val="4000"/>
              <a:buNone/>
              <a:defRPr sz="4000">
                <a:solidFill>
                  <a:schemeClr val="dk2"/>
                </a:solidFill>
              </a:defRPr>
            </a:lvl8pPr>
            <a:lvl9pPr lvl="8" rtl="0" algn="ctr">
              <a:spcBef>
                <a:spcPts val="0"/>
              </a:spcBef>
              <a:spcAft>
                <a:spcPts val="0"/>
              </a:spcAft>
              <a:buClr>
                <a:schemeClr val="dk2"/>
              </a:buClr>
              <a:buSzPts val="4000"/>
              <a:buNone/>
              <a:defRPr sz="4000">
                <a:solidFill>
                  <a:schemeClr val="dk2"/>
                </a:solidFill>
              </a:defRPr>
            </a:lvl9pPr>
          </a:lstStyle>
          <a:p>
            <a:r>
              <a:t>xx%</a:t>
            </a:r>
          </a:p>
        </p:txBody>
      </p:sp>
      <p:sp>
        <p:nvSpPr>
          <p:cNvPr id="340" name="Google Shape;340;p38"/>
          <p:cNvSpPr txBox="1"/>
          <p:nvPr>
            <p:ph hasCustomPrompt="1" idx="15" type="title"/>
          </p:nvPr>
        </p:nvSpPr>
        <p:spPr>
          <a:xfrm>
            <a:off x="5306650" y="2964563"/>
            <a:ext cx="2486100" cy="6675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2"/>
              </a:buClr>
              <a:buSzPts val="4000"/>
              <a:buNone/>
              <a:defRPr sz="3800">
                <a:solidFill>
                  <a:schemeClr val="accent1"/>
                </a:solidFill>
              </a:defRPr>
            </a:lvl1pPr>
            <a:lvl2pPr lvl="1" rtl="0" algn="ctr">
              <a:spcBef>
                <a:spcPts val="0"/>
              </a:spcBef>
              <a:spcAft>
                <a:spcPts val="0"/>
              </a:spcAft>
              <a:buClr>
                <a:schemeClr val="dk2"/>
              </a:buClr>
              <a:buSzPts val="4000"/>
              <a:buNone/>
              <a:defRPr sz="4000">
                <a:solidFill>
                  <a:schemeClr val="dk2"/>
                </a:solidFill>
              </a:defRPr>
            </a:lvl2pPr>
            <a:lvl3pPr lvl="2" rtl="0" algn="ctr">
              <a:spcBef>
                <a:spcPts val="0"/>
              </a:spcBef>
              <a:spcAft>
                <a:spcPts val="0"/>
              </a:spcAft>
              <a:buClr>
                <a:schemeClr val="dk2"/>
              </a:buClr>
              <a:buSzPts val="4000"/>
              <a:buNone/>
              <a:defRPr sz="4000">
                <a:solidFill>
                  <a:schemeClr val="dk2"/>
                </a:solidFill>
              </a:defRPr>
            </a:lvl3pPr>
            <a:lvl4pPr lvl="3" rtl="0" algn="ctr">
              <a:spcBef>
                <a:spcPts val="0"/>
              </a:spcBef>
              <a:spcAft>
                <a:spcPts val="0"/>
              </a:spcAft>
              <a:buClr>
                <a:schemeClr val="dk2"/>
              </a:buClr>
              <a:buSzPts val="4000"/>
              <a:buNone/>
              <a:defRPr sz="4000">
                <a:solidFill>
                  <a:schemeClr val="dk2"/>
                </a:solidFill>
              </a:defRPr>
            </a:lvl4pPr>
            <a:lvl5pPr lvl="4" rtl="0" algn="ctr">
              <a:spcBef>
                <a:spcPts val="0"/>
              </a:spcBef>
              <a:spcAft>
                <a:spcPts val="0"/>
              </a:spcAft>
              <a:buClr>
                <a:schemeClr val="dk2"/>
              </a:buClr>
              <a:buSzPts val="4000"/>
              <a:buNone/>
              <a:defRPr sz="4000">
                <a:solidFill>
                  <a:schemeClr val="dk2"/>
                </a:solidFill>
              </a:defRPr>
            </a:lvl5pPr>
            <a:lvl6pPr lvl="5" rtl="0" algn="ctr">
              <a:spcBef>
                <a:spcPts val="0"/>
              </a:spcBef>
              <a:spcAft>
                <a:spcPts val="0"/>
              </a:spcAft>
              <a:buClr>
                <a:schemeClr val="dk2"/>
              </a:buClr>
              <a:buSzPts val="4000"/>
              <a:buNone/>
              <a:defRPr sz="4000">
                <a:solidFill>
                  <a:schemeClr val="dk2"/>
                </a:solidFill>
              </a:defRPr>
            </a:lvl6pPr>
            <a:lvl7pPr lvl="6" rtl="0" algn="ctr">
              <a:spcBef>
                <a:spcPts val="0"/>
              </a:spcBef>
              <a:spcAft>
                <a:spcPts val="0"/>
              </a:spcAft>
              <a:buClr>
                <a:schemeClr val="dk2"/>
              </a:buClr>
              <a:buSzPts val="4000"/>
              <a:buNone/>
              <a:defRPr sz="4000">
                <a:solidFill>
                  <a:schemeClr val="dk2"/>
                </a:solidFill>
              </a:defRPr>
            </a:lvl7pPr>
            <a:lvl8pPr lvl="7" rtl="0" algn="ctr">
              <a:spcBef>
                <a:spcPts val="0"/>
              </a:spcBef>
              <a:spcAft>
                <a:spcPts val="0"/>
              </a:spcAft>
              <a:buClr>
                <a:schemeClr val="dk2"/>
              </a:buClr>
              <a:buSzPts val="4000"/>
              <a:buNone/>
              <a:defRPr sz="4000">
                <a:solidFill>
                  <a:schemeClr val="dk2"/>
                </a:solidFill>
              </a:defRPr>
            </a:lvl8pPr>
            <a:lvl9pPr lvl="8" rtl="0" algn="ctr">
              <a:spcBef>
                <a:spcPts val="0"/>
              </a:spcBef>
              <a:spcAft>
                <a:spcPts val="0"/>
              </a:spcAft>
              <a:buClr>
                <a:schemeClr val="dk2"/>
              </a:buClr>
              <a:buSzPts val="4000"/>
              <a:buNone/>
              <a:defRPr sz="4000">
                <a:solidFill>
                  <a:schemeClr val="dk2"/>
                </a:solidFill>
              </a:defRPr>
            </a:lvl9pPr>
          </a:lstStyle>
          <a:p>
            <a:r>
              <a:t>xx%</a:t>
            </a: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2">
  <p:cSld name="CUSTOM_4_2_1">
    <p:spTree>
      <p:nvGrpSpPr>
        <p:cNvPr id="341" name="Shape 341"/>
        <p:cNvGrpSpPr/>
        <p:nvPr/>
      </p:nvGrpSpPr>
      <p:grpSpPr>
        <a:xfrm>
          <a:off x="0" y="0"/>
          <a:ext cx="0" cy="0"/>
          <a:chOff x="0" y="0"/>
          <a:chExt cx="0" cy="0"/>
        </a:xfrm>
      </p:grpSpPr>
      <p:sp>
        <p:nvSpPr>
          <p:cNvPr id="342" name="Google Shape;342;p39"/>
          <p:cNvSpPr txBox="1"/>
          <p:nvPr>
            <p:ph idx="1" type="subTitle"/>
          </p:nvPr>
        </p:nvSpPr>
        <p:spPr>
          <a:xfrm>
            <a:off x="3718325" y="3294199"/>
            <a:ext cx="16428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43" name="Google Shape;343;p39"/>
          <p:cNvSpPr txBox="1"/>
          <p:nvPr>
            <p:ph idx="2" type="subTitle"/>
          </p:nvPr>
        </p:nvSpPr>
        <p:spPr>
          <a:xfrm>
            <a:off x="3617675" y="3703897"/>
            <a:ext cx="18441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400"/>
              <a:buNone/>
              <a:defRPr sz="1400">
                <a:solidFill>
                  <a:schemeClr val="dk1"/>
                </a:solidFill>
              </a:defRPr>
            </a:lvl1pPr>
            <a:lvl2pPr lvl="1" rtl="0" algn="ctr">
              <a:spcBef>
                <a:spcPts val="0"/>
              </a:spcBef>
              <a:spcAft>
                <a:spcPts val="0"/>
              </a:spcAft>
              <a:buClr>
                <a:schemeClr val="accent4"/>
              </a:buClr>
              <a:buSzPts val="1400"/>
              <a:buNone/>
              <a:defRPr>
                <a:solidFill>
                  <a:schemeClr val="accent4"/>
                </a:solidFill>
              </a:defRPr>
            </a:lvl2pPr>
            <a:lvl3pPr lvl="2" rtl="0" algn="ctr">
              <a:spcBef>
                <a:spcPts val="0"/>
              </a:spcBef>
              <a:spcAft>
                <a:spcPts val="0"/>
              </a:spcAft>
              <a:buClr>
                <a:schemeClr val="accent4"/>
              </a:buClr>
              <a:buSzPts val="1400"/>
              <a:buNone/>
              <a:defRPr>
                <a:solidFill>
                  <a:schemeClr val="accent4"/>
                </a:solidFill>
              </a:defRPr>
            </a:lvl3pPr>
            <a:lvl4pPr lvl="3" rtl="0" algn="ctr">
              <a:spcBef>
                <a:spcPts val="0"/>
              </a:spcBef>
              <a:spcAft>
                <a:spcPts val="0"/>
              </a:spcAft>
              <a:buClr>
                <a:schemeClr val="accent4"/>
              </a:buClr>
              <a:buSzPts val="1400"/>
              <a:buNone/>
              <a:defRPr>
                <a:solidFill>
                  <a:schemeClr val="accent4"/>
                </a:solidFill>
              </a:defRPr>
            </a:lvl4pPr>
            <a:lvl5pPr lvl="4" rtl="0" algn="ctr">
              <a:spcBef>
                <a:spcPts val="0"/>
              </a:spcBef>
              <a:spcAft>
                <a:spcPts val="0"/>
              </a:spcAft>
              <a:buClr>
                <a:schemeClr val="accent4"/>
              </a:buClr>
              <a:buSzPts val="1400"/>
              <a:buNone/>
              <a:defRPr>
                <a:solidFill>
                  <a:schemeClr val="accent4"/>
                </a:solidFill>
              </a:defRPr>
            </a:lvl5pPr>
            <a:lvl6pPr lvl="5" rtl="0" algn="ctr">
              <a:spcBef>
                <a:spcPts val="0"/>
              </a:spcBef>
              <a:spcAft>
                <a:spcPts val="0"/>
              </a:spcAft>
              <a:buClr>
                <a:schemeClr val="accent4"/>
              </a:buClr>
              <a:buSzPts val="1400"/>
              <a:buNone/>
              <a:defRPr>
                <a:solidFill>
                  <a:schemeClr val="accent4"/>
                </a:solidFill>
              </a:defRPr>
            </a:lvl6pPr>
            <a:lvl7pPr lvl="6" rtl="0" algn="ctr">
              <a:spcBef>
                <a:spcPts val="0"/>
              </a:spcBef>
              <a:spcAft>
                <a:spcPts val="0"/>
              </a:spcAft>
              <a:buClr>
                <a:schemeClr val="accent4"/>
              </a:buClr>
              <a:buSzPts val="1400"/>
              <a:buNone/>
              <a:defRPr>
                <a:solidFill>
                  <a:schemeClr val="accent4"/>
                </a:solidFill>
              </a:defRPr>
            </a:lvl7pPr>
            <a:lvl8pPr lvl="7" rtl="0" algn="ctr">
              <a:spcBef>
                <a:spcPts val="0"/>
              </a:spcBef>
              <a:spcAft>
                <a:spcPts val="0"/>
              </a:spcAft>
              <a:buClr>
                <a:schemeClr val="accent4"/>
              </a:buClr>
              <a:buSzPts val="1400"/>
              <a:buNone/>
              <a:defRPr>
                <a:solidFill>
                  <a:schemeClr val="accent4"/>
                </a:solidFill>
              </a:defRPr>
            </a:lvl8pPr>
            <a:lvl9pPr lvl="8" rtl="0" algn="ctr">
              <a:spcBef>
                <a:spcPts val="0"/>
              </a:spcBef>
              <a:spcAft>
                <a:spcPts val="0"/>
              </a:spcAft>
              <a:buClr>
                <a:schemeClr val="accent4"/>
              </a:buClr>
              <a:buSzPts val="1400"/>
              <a:buNone/>
              <a:defRPr>
                <a:solidFill>
                  <a:schemeClr val="accent4"/>
                </a:solidFill>
              </a:defRPr>
            </a:lvl9pPr>
          </a:lstStyle>
          <a:p/>
        </p:txBody>
      </p:sp>
      <p:sp>
        <p:nvSpPr>
          <p:cNvPr id="344" name="Google Shape;344;p39"/>
          <p:cNvSpPr txBox="1"/>
          <p:nvPr>
            <p:ph idx="3" type="subTitle"/>
          </p:nvPr>
        </p:nvSpPr>
        <p:spPr>
          <a:xfrm>
            <a:off x="1328025" y="3294199"/>
            <a:ext cx="16428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45" name="Google Shape;345;p39"/>
          <p:cNvSpPr txBox="1"/>
          <p:nvPr>
            <p:ph idx="4" type="subTitle"/>
          </p:nvPr>
        </p:nvSpPr>
        <p:spPr>
          <a:xfrm>
            <a:off x="1227426" y="3703897"/>
            <a:ext cx="18441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400"/>
              <a:buNone/>
              <a:defRPr sz="1400">
                <a:solidFill>
                  <a:schemeClr val="dk1"/>
                </a:solidFill>
              </a:defRPr>
            </a:lvl1pPr>
            <a:lvl2pPr lvl="1" rtl="0" algn="ctr">
              <a:spcBef>
                <a:spcPts val="0"/>
              </a:spcBef>
              <a:spcAft>
                <a:spcPts val="0"/>
              </a:spcAft>
              <a:buClr>
                <a:schemeClr val="accent4"/>
              </a:buClr>
              <a:buSzPts val="1400"/>
              <a:buNone/>
              <a:defRPr>
                <a:solidFill>
                  <a:schemeClr val="accent4"/>
                </a:solidFill>
              </a:defRPr>
            </a:lvl2pPr>
            <a:lvl3pPr lvl="2" rtl="0" algn="ctr">
              <a:spcBef>
                <a:spcPts val="0"/>
              </a:spcBef>
              <a:spcAft>
                <a:spcPts val="0"/>
              </a:spcAft>
              <a:buClr>
                <a:schemeClr val="accent4"/>
              </a:buClr>
              <a:buSzPts val="1400"/>
              <a:buNone/>
              <a:defRPr>
                <a:solidFill>
                  <a:schemeClr val="accent4"/>
                </a:solidFill>
              </a:defRPr>
            </a:lvl3pPr>
            <a:lvl4pPr lvl="3" rtl="0" algn="ctr">
              <a:spcBef>
                <a:spcPts val="0"/>
              </a:spcBef>
              <a:spcAft>
                <a:spcPts val="0"/>
              </a:spcAft>
              <a:buClr>
                <a:schemeClr val="accent4"/>
              </a:buClr>
              <a:buSzPts val="1400"/>
              <a:buNone/>
              <a:defRPr>
                <a:solidFill>
                  <a:schemeClr val="accent4"/>
                </a:solidFill>
              </a:defRPr>
            </a:lvl4pPr>
            <a:lvl5pPr lvl="4" rtl="0" algn="ctr">
              <a:spcBef>
                <a:spcPts val="0"/>
              </a:spcBef>
              <a:spcAft>
                <a:spcPts val="0"/>
              </a:spcAft>
              <a:buClr>
                <a:schemeClr val="accent4"/>
              </a:buClr>
              <a:buSzPts val="1400"/>
              <a:buNone/>
              <a:defRPr>
                <a:solidFill>
                  <a:schemeClr val="accent4"/>
                </a:solidFill>
              </a:defRPr>
            </a:lvl5pPr>
            <a:lvl6pPr lvl="5" rtl="0" algn="ctr">
              <a:spcBef>
                <a:spcPts val="0"/>
              </a:spcBef>
              <a:spcAft>
                <a:spcPts val="0"/>
              </a:spcAft>
              <a:buClr>
                <a:schemeClr val="accent4"/>
              </a:buClr>
              <a:buSzPts val="1400"/>
              <a:buNone/>
              <a:defRPr>
                <a:solidFill>
                  <a:schemeClr val="accent4"/>
                </a:solidFill>
              </a:defRPr>
            </a:lvl6pPr>
            <a:lvl7pPr lvl="6" rtl="0" algn="ctr">
              <a:spcBef>
                <a:spcPts val="0"/>
              </a:spcBef>
              <a:spcAft>
                <a:spcPts val="0"/>
              </a:spcAft>
              <a:buClr>
                <a:schemeClr val="accent4"/>
              </a:buClr>
              <a:buSzPts val="1400"/>
              <a:buNone/>
              <a:defRPr>
                <a:solidFill>
                  <a:schemeClr val="accent4"/>
                </a:solidFill>
              </a:defRPr>
            </a:lvl7pPr>
            <a:lvl8pPr lvl="7" rtl="0" algn="ctr">
              <a:spcBef>
                <a:spcPts val="0"/>
              </a:spcBef>
              <a:spcAft>
                <a:spcPts val="0"/>
              </a:spcAft>
              <a:buClr>
                <a:schemeClr val="accent4"/>
              </a:buClr>
              <a:buSzPts val="1400"/>
              <a:buNone/>
              <a:defRPr>
                <a:solidFill>
                  <a:schemeClr val="accent4"/>
                </a:solidFill>
              </a:defRPr>
            </a:lvl8pPr>
            <a:lvl9pPr lvl="8" rtl="0" algn="ctr">
              <a:spcBef>
                <a:spcPts val="0"/>
              </a:spcBef>
              <a:spcAft>
                <a:spcPts val="0"/>
              </a:spcAft>
              <a:buClr>
                <a:schemeClr val="accent4"/>
              </a:buClr>
              <a:buSzPts val="1400"/>
              <a:buNone/>
              <a:defRPr>
                <a:solidFill>
                  <a:schemeClr val="accent4"/>
                </a:solidFill>
              </a:defRPr>
            </a:lvl9pPr>
          </a:lstStyle>
          <a:p/>
        </p:txBody>
      </p:sp>
      <p:sp>
        <p:nvSpPr>
          <p:cNvPr id="346" name="Google Shape;346;p39"/>
          <p:cNvSpPr txBox="1"/>
          <p:nvPr>
            <p:ph idx="5" type="subTitle"/>
          </p:nvPr>
        </p:nvSpPr>
        <p:spPr>
          <a:xfrm>
            <a:off x="6108550" y="3294199"/>
            <a:ext cx="16431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47" name="Google Shape;347;p39"/>
          <p:cNvSpPr txBox="1"/>
          <p:nvPr>
            <p:ph idx="6" type="subTitle"/>
          </p:nvPr>
        </p:nvSpPr>
        <p:spPr>
          <a:xfrm>
            <a:off x="6008050" y="3703897"/>
            <a:ext cx="18441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400"/>
              <a:buNone/>
              <a:defRPr sz="1400">
                <a:solidFill>
                  <a:schemeClr val="dk1"/>
                </a:solidFill>
              </a:defRPr>
            </a:lvl1pPr>
            <a:lvl2pPr lvl="1" rtl="0" algn="ctr">
              <a:spcBef>
                <a:spcPts val="0"/>
              </a:spcBef>
              <a:spcAft>
                <a:spcPts val="0"/>
              </a:spcAft>
              <a:buClr>
                <a:schemeClr val="accent4"/>
              </a:buClr>
              <a:buSzPts val="1400"/>
              <a:buNone/>
              <a:defRPr>
                <a:solidFill>
                  <a:schemeClr val="accent4"/>
                </a:solidFill>
              </a:defRPr>
            </a:lvl2pPr>
            <a:lvl3pPr lvl="2" rtl="0" algn="ctr">
              <a:spcBef>
                <a:spcPts val="0"/>
              </a:spcBef>
              <a:spcAft>
                <a:spcPts val="0"/>
              </a:spcAft>
              <a:buClr>
                <a:schemeClr val="accent4"/>
              </a:buClr>
              <a:buSzPts val="1400"/>
              <a:buNone/>
              <a:defRPr>
                <a:solidFill>
                  <a:schemeClr val="accent4"/>
                </a:solidFill>
              </a:defRPr>
            </a:lvl3pPr>
            <a:lvl4pPr lvl="3" rtl="0" algn="ctr">
              <a:spcBef>
                <a:spcPts val="0"/>
              </a:spcBef>
              <a:spcAft>
                <a:spcPts val="0"/>
              </a:spcAft>
              <a:buClr>
                <a:schemeClr val="accent4"/>
              </a:buClr>
              <a:buSzPts val="1400"/>
              <a:buNone/>
              <a:defRPr>
                <a:solidFill>
                  <a:schemeClr val="accent4"/>
                </a:solidFill>
              </a:defRPr>
            </a:lvl4pPr>
            <a:lvl5pPr lvl="4" rtl="0" algn="ctr">
              <a:spcBef>
                <a:spcPts val="0"/>
              </a:spcBef>
              <a:spcAft>
                <a:spcPts val="0"/>
              </a:spcAft>
              <a:buClr>
                <a:schemeClr val="accent4"/>
              </a:buClr>
              <a:buSzPts val="1400"/>
              <a:buNone/>
              <a:defRPr>
                <a:solidFill>
                  <a:schemeClr val="accent4"/>
                </a:solidFill>
              </a:defRPr>
            </a:lvl5pPr>
            <a:lvl6pPr lvl="5" rtl="0" algn="ctr">
              <a:spcBef>
                <a:spcPts val="0"/>
              </a:spcBef>
              <a:spcAft>
                <a:spcPts val="0"/>
              </a:spcAft>
              <a:buClr>
                <a:schemeClr val="accent4"/>
              </a:buClr>
              <a:buSzPts val="1400"/>
              <a:buNone/>
              <a:defRPr>
                <a:solidFill>
                  <a:schemeClr val="accent4"/>
                </a:solidFill>
              </a:defRPr>
            </a:lvl6pPr>
            <a:lvl7pPr lvl="6" rtl="0" algn="ctr">
              <a:spcBef>
                <a:spcPts val="0"/>
              </a:spcBef>
              <a:spcAft>
                <a:spcPts val="0"/>
              </a:spcAft>
              <a:buClr>
                <a:schemeClr val="accent4"/>
              </a:buClr>
              <a:buSzPts val="1400"/>
              <a:buNone/>
              <a:defRPr>
                <a:solidFill>
                  <a:schemeClr val="accent4"/>
                </a:solidFill>
              </a:defRPr>
            </a:lvl7pPr>
            <a:lvl8pPr lvl="7" rtl="0" algn="ctr">
              <a:spcBef>
                <a:spcPts val="0"/>
              </a:spcBef>
              <a:spcAft>
                <a:spcPts val="0"/>
              </a:spcAft>
              <a:buClr>
                <a:schemeClr val="accent4"/>
              </a:buClr>
              <a:buSzPts val="1400"/>
              <a:buNone/>
              <a:defRPr>
                <a:solidFill>
                  <a:schemeClr val="accent4"/>
                </a:solidFill>
              </a:defRPr>
            </a:lvl8pPr>
            <a:lvl9pPr lvl="8" rtl="0" algn="ctr">
              <a:spcBef>
                <a:spcPts val="0"/>
              </a:spcBef>
              <a:spcAft>
                <a:spcPts val="0"/>
              </a:spcAft>
              <a:buClr>
                <a:schemeClr val="accent4"/>
              </a:buClr>
              <a:buSzPts val="1400"/>
              <a:buNone/>
              <a:defRPr>
                <a:solidFill>
                  <a:schemeClr val="accent4"/>
                </a:solidFill>
              </a:defRPr>
            </a:lvl9pPr>
          </a:lstStyle>
          <a:p/>
        </p:txBody>
      </p:sp>
      <p:sp>
        <p:nvSpPr>
          <p:cNvPr id="348" name="Google Shape;348;p39"/>
          <p:cNvSpPr txBox="1"/>
          <p:nvPr>
            <p:ph type="title"/>
          </p:nvPr>
        </p:nvSpPr>
        <p:spPr>
          <a:xfrm>
            <a:off x="713225" y="445025"/>
            <a:ext cx="31887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p:txBody>
      </p:sp>
      <p:cxnSp>
        <p:nvCxnSpPr>
          <p:cNvPr id="349" name="Google Shape;349;p39"/>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50" name="Google Shape;350;p39"/>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3">
  <p:cSld name="CUSTOM_5">
    <p:spTree>
      <p:nvGrpSpPr>
        <p:cNvPr id="351" name="Shape 351"/>
        <p:cNvGrpSpPr/>
        <p:nvPr/>
      </p:nvGrpSpPr>
      <p:grpSpPr>
        <a:xfrm>
          <a:off x="0" y="0"/>
          <a:ext cx="0" cy="0"/>
          <a:chOff x="0" y="0"/>
          <a:chExt cx="0" cy="0"/>
        </a:xfrm>
      </p:grpSpPr>
      <p:sp>
        <p:nvSpPr>
          <p:cNvPr id="352" name="Google Shape;352;p40"/>
          <p:cNvSpPr txBox="1"/>
          <p:nvPr>
            <p:ph idx="1" type="subTitle"/>
          </p:nvPr>
        </p:nvSpPr>
        <p:spPr>
          <a:xfrm>
            <a:off x="4750175" y="1632746"/>
            <a:ext cx="2014800" cy="4998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53" name="Google Shape;353;p40"/>
          <p:cNvSpPr txBox="1"/>
          <p:nvPr>
            <p:ph idx="2" type="subTitle"/>
          </p:nvPr>
        </p:nvSpPr>
        <p:spPr>
          <a:xfrm>
            <a:off x="4750184" y="2035022"/>
            <a:ext cx="2014800" cy="5727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54" name="Google Shape;354;p40"/>
          <p:cNvSpPr txBox="1"/>
          <p:nvPr>
            <p:ph idx="3" type="subTitle"/>
          </p:nvPr>
        </p:nvSpPr>
        <p:spPr>
          <a:xfrm>
            <a:off x="2306450" y="1632746"/>
            <a:ext cx="2014800" cy="499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55" name="Google Shape;355;p40"/>
          <p:cNvSpPr txBox="1"/>
          <p:nvPr>
            <p:ph idx="4" type="subTitle"/>
          </p:nvPr>
        </p:nvSpPr>
        <p:spPr>
          <a:xfrm>
            <a:off x="2306462" y="2035022"/>
            <a:ext cx="20148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56" name="Google Shape;356;p40"/>
          <p:cNvSpPr txBox="1"/>
          <p:nvPr>
            <p:ph idx="5" type="subTitle"/>
          </p:nvPr>
        </p:nvSpPr>
        <p:spPr>
          <a:xfrm>
            <a:off x="4750175" y="3062273"/>
            <a:ext cx="2014800" cy="4998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57" name="Google Shape;357;p40"/>
          <p:cNvSpPr txBox="1"/>
          <p:nvPr>
            <p:ph idx="6" type="subTitle"/>
          </p:nvPr>
        </p:nvSpPr>
        <p:spPr>
          <a:xfrm>
            <a:off x="4750184" y="3471047"/>
            <a:ext cx="2014800" cy="5727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58" name="Google Shape;358;p40"/>
          <p:cNvSpPr txBox="1"/>
          <p:nvPr>
            <p:ph idx="7" type="subTitle"/>
          </p:nvPr>
        </p:nvSpPr>
        <p:spPr>
          <a:xfrm>
            <a:off x="2306450" y="3062273"/>
            <a:ext cx="2014800" cy="499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59" name="Google Shape;359;p40"/>
          <p:cNvSpPr txBox="1"/>
          <p:nvPr>
            <p:ph idx="8" type="subTitle"/>
          </p:nvPr>
        </p:nvSpPr>
        <p:spPr>
          <a:xfrm>
            <a:off x="2306462" y="3471047"/>
            <a:ext cx="20148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60" name="Google Shape;360;p40"/>
          <p:cNvSpPr txBox="1"/>
          <p:nvPr>
            <p:ph type="title"/>
          </p:nvPr>
        </p:nvSpPr>
        <p:spPr>
          <a:xfrm>
            <a:off x="713225" y="445025"/>
            <a:ext cx="27858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p:txBody>
      </p:sp>
      <p:cxnSp>
        <p:nvCxnSpPr>
          <p:cNvPr id="361" name="Google Shape;361;p40"/>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62" name="Google Shape;362;p40"/>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3">
  <p:cSld name="CUSTOM_26">
    <p:spTree>
      <p:nvGrpSpPr>
        <p:cNvPr id="363" name="Shape 363"/>
        <p:cNvGrpSpPr/>
        <p:nvPr/>
      </p:nvGrpSpPr>
      <p:grpSpPr>
        <a:xfrm>
          <a:off x="0" y="0"/>
          <a:ext cx="0" cy="0"/>
          <a:chOff x="0" y="0"/>
          <a:chExt cx="0" cy="0"/>
        </a:xfrm>
      </p:grpSpPr>
      <p:cxnSp>
        <p:nvCxnSpPr>
          <p:cNvPr id="364" name="Google Shape;364;p41"/>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65" name="Google Shape;365;p41"/>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66" name="Google Shape;366;p41"/>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367" name="Google Shape;367;p41"/>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368" name="Google Shape;368;p41"/>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369" name="Google Shape;369;p41"/>
          <p:cNvCxnSpPr/>
          <p:nvPr/>
        </p:nvCxnSpPr>
        <p:spPr>
          <a:xfrm flipH="1">
            <a:off x="-237137" y="-71162"/>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
        <p:nvSpPr>
          <p:cNvPr id="370" name="Google Shape;370;p41"/>
          <p:cNvSpPr txBox="1"/>
          <p:nvPr>
            <p:ph idx="1" type="subTitle"/>
          </p:nvPr>
        </p:nvSpPr>
        <p:spPr>
          <a:xfrm>
            <a:off x="728750" y="1112872"/>
            <a:ext cx="2014800" cy="4998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71" name="Google Shape;371;p41"/>
          <p:cNvSpPr txBox="1"/>
          <p:nvPr>
            <p:ph idx="2" type="subTitle"/>
          </p:nvPr>
        </p:nvSpPr>
        <p:spPr>
          <a:xfrm>
            <a:off x="728762" y="1515149"/>
            <a:ext cx="2014800" cy="5727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72" name="Google Shape;372;p41"/>
          <p:cNvSpPr txBox="1"/>
          <p:nvPr>
            <p:ph idx="3" type="subTitle"/>
          </p:nvPr>
        </p:nvSpPr>
        <p:spPr>
          <a:xfrm>
            <a:off x="728750" y="2036386"/>
            <a:ext cx="2014800" cy="4998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73" name="Google Shape;373;p41"/>
          <p:cNvSpPr txBox="1"/>
          <p:nvPr>
            <p:ph idx="4" type="subTitle"/>
          </p:nvPr>
        </p:nvSpPr>
        <p:spPr>
          <a:xfrm>
            <a:off x="728762" y="2445160"/>
            <a:ext cx="2014800" cy="5727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74" name="Google Shape;374;p41"/>
          <p:cNvSpPr txBox="1"/>
          <p:nvPr>
            <p:ph type="title"/>
          </p:nvPr>
        </p:nvSpPr>
        <p:spPr>
          <a:xfrm>
            <a:off x="1531650" y="445025"/>
            <a:ext cx="60807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atin typeface="Merriweather Light"/>
                <a:ea typeface="Merriweather Light"/>
                <a:cs typeface="Merriweather Light"/>
                <a:sym typeface="Merriweather Light"/>
              </a:defRPr>
            </a:lvl2pPr>
            <a:lvl3pPr lvl="2" rtl="0" algn="ctr">
              <a:spcBef>
                <a:spcPts val="0"/>
              </a:spcBef>
              <a:spcAft>
                <a:spcPts val="0"/>
              </a:spcAft>
              <a:buSzPts val="3000"/>
              <a:buNone/>
              <a:defRPr>
                <a:latin typeface="Merriweather Light"/>
                <a:ea typeface="Merriweather Light"/>
                <a:cs typeface="Merriweather Light"/>
                <a:sym typeface="Merriweather Light"/>
              </a:defRPr>
            </a:lvl3pPr>
            <a:lvl4pPr lvl="3" rtl="0" algn="ctr">
              <a:spcBef>
                <a:spcPts val="0"/>
              </a:spcBef>
              <a:spcAft>
                <a:spcPts val="0"/>
              </a:spcAft>
              <a:buSzPts val="3000"/>
              <a:buNone/>
              <a:defRPr>
                <a:latin typeface="Merriweather Light"/>
                <a:ea typeface="Merriweather Light"/>
                <a:cs typeface="Merriweather Light"/>
                <a:sym typeface="Merriweather Light"/>
              </a:defRPr>
            </a:lvl4pPr>
            <a:lvl5pPr lvl="4" rtl="0" algn="ctr">
              <a:spcBef>
                <a:spcPts val="0"/>
              </a:spcBef>
              <a:spcAft>
                <a:spcPts val="0"/>
              </a:spcAft>
              <a:buSzPts val="3000"/>
              <a:buNone/>
              <a:defRPr>
                <a:latin typeface="Merriweather Light"/>
                <a:ea typeface="Merriweather Light"/>
                <a:cs typeface="Merriweather Light"/>
                <a:sym typeface="Merriweather Light"/>
              </a:defRPr>
            </a:lvl5pPr>
            <a:lvl6pPr lvl="5" rtl="0" algn="ctr">
              <a:spcBef>
                <a:spcPts val="0"/>
              </a:spcBef>
              <a:spcAft>
                <a:spcPts val="0"/>
              </a:spcAft>
              <a:buSzPts val="3000"/>
              <a:buNone/>
              <a:defRPr>
                <a:latin typeface="Merriweather Light"/>
                <a:ea typeface="Merriweather Light"/>
                <a:cs typeface="Merriweather Light"/>
                <a:sym typeface="Merriweather Light"/>
              </a:defRPr>
            </a:lvl6pPr>
            <a:lvl7pPr lvl="6" rtl="0" algn="ctr">
              <a:spcBef>
                <a:spcPts val="0"/>
              </a:spcBef>
              <a:spcAft>
                <a:spcPts val="0"/>
              </a:spcAft>
              <a:buSzPts val="3000"/>
              <a:buNone/>
              <a:defRPr>
                <a:latin typeface="Merriweather Light"/>
                <a:ea typeface="Merriweather Light"/>
                <a:cs typeface="Merriweather Light"/>
                <a:sym typeface="Merriweather Light"/>
              </a:defRPr>
            </a:lvl7pPr>
            <a:lvl8pPr lvl="7" rtl="0" algn="ctr">
              <a:spcBef>
                <a:spcPts val="0"/>
              </a:spcBef>
              <a:spcAft>
                <a:spcPts val="0"/>
              </a:spcAft>
              <a:buSzPts val="3000"/>
              <a:buNone/>
              <a:defRPr>
                <a:latin typeface="Merriweather Light"/>
                <a:ea typeface="Merriweather Light"/>
                <a:cs typeface="Merriweather Light"/>
                <a:sym typeface="Merriweather Light"/>
              </a:defRPr>
            </a:lvl8pPr>
            <a:lvl9pPr lvl="8" rtl="0" algn="ctr">
              <a:spcBef>
                <a:spcPts val="0"/>
              </a:spcBef>
              <a:spcAft>
                <a:spcPts val="0"/>
              </a:spcAft>
              <a:buSzPts val="3000"/>
              <a:buNone/>
              <a:defRPr>
                <a:latin typeface="Merriweather Light"/>
                <a:ea typeface="Merriweather Light"/>
                <a:cs typeface="Merriweather Light"/>
                <a:sym typeface="Merriweather Light"/>
              </a:defRPr>
            </a:lvl9pPr>
          </a:lstStyle>
          <a:p/>
        </p:txBody>
      </p:sp>
      <p:sp>
        <p:nvSpPr>
          <p:cNvPr id="375" name="Google Shape;375;p41"/>
          <p:cNvSpPr txBox="1"/>
          <p:nvPr>
            <p:ph idx="5" type="subTitle"/>
          </p:nvPr>
        </p:nvSpPr>
        <p:spPr>
          <a:xfrm>
            <a:off x="728750" y="2997225"/>
            <a:ext cx="2014800" cy="4998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76" name="Google Shape;376;p41"/>
          <p:cNvSpPr txBox="1"/>
          <p:nvPr>
            <p:ph idx="6" type="subTitle"/>
          </p:nvPr>
        </p:nvSpPr>
        <p:spPr>
          <a:xfrm>
            <a:off x="728762" y="3405999"/>
            <a:ext cx="2014800" cy="5727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1">
  <p:cSld name="CUSTOM_6">
    <p:spTree>
      <p:nvGrpSpPr>
        <p:cNvPr id="377" name="Shape 377"/>
        <p:cNvGrpSpPr/>
        <p:nvPr/>
      </p:nvGrpSpPr>
      <p:grpSpPr>
        <a:xfrm>
          <a:off x="0" y="0"/>
          <a:ext cx="0" cy="0"/>
          <a:chOff x="0" y="0"/>
          <a:chExt cx="0" cy="0"/>
        </a:xfrm>
      </p:grpSpPr>
      <p:sp>
        <p:nvSpPr>
          <p:cNvPr id="378" name="Google Shape;378;p42"/>
          <p:cNvSpPr txBox="1"/>
          <p:nvPr>
            <p:ph hasCustomPrompt="1" type="title"/>
          </p:nvPr>
        </p:nvSpPr>
        <p:spPr>
          <a:xfrm>
            <a:off x="2592925" y="714600"/>
            <a:ext cx="3958200" cy="6150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accent1"/>
              </a:buClr>
              <a:buSzPts val="5000"/>
              <a:buNone/>
              <a:defRPr sz="4500">
                <a:solidFill>
                  <a:schemeClr val="accent1"/>
                </a:solidFill>
              </a:defRPr>
            </a:lvl1pPr>
            <a:lvl2pPr lvl="1"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2pPr>
            <a:lvl3pPr lvl="2"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3pPr>
            <a:lvl4pPr lvl="3"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4pPr>
            <a:lvl5pPr lvl="4"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5pPr>
            <a:lvl6pPr lvl="5"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6pPr>
            <a:lvl7pPr lvl="6"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7pPr>
            <a:lvl8pPr lvl="7"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8pPr>
            <a:lvl9pPr lvl="8"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9pPr>
          </a:lstStyle>
          <a:p>
            <a:r>
              <a:t>xx%</a:t>
            </a:r>
          </a:p>
        </p:txBody>
      </p:sp>
      <p:sp>
        <p:nvSpPr>
          <p:cNvPr id="379" name="Google Shape;379;p42"/>
          <p:cNvSpPr txBox="1"/>
          <p:nvPr>
            <p:ph idx="1" type="subTitle"/>
          </p:nvPr>
        </p:nvSpPr>
        <p:spPr>
          <a:xfrm>
            <a:off x="2364984" y="1346400"/>
            <a:ext cx="4414200" cy="377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5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80" name="Google Shape;380;p42"/>
          <p:cNvSpPr txBox="1"/>
          <p:nvPr>
            <p:ph hasCustomPrompt="1" idx="2" type="title"/>
          </p:nvPr>
        </p:nvSpPr>
        <p:spPr>
          <a:xfrm>
            <a:off x="2592925" y="2063025"/>
            <a:ext cx="3958200" cy="6150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accent1"/>
              </a:buClr>
              <a:buSzPts val="5000"/>
              <a:buNone/>
              <a:defRPr sz="4300">
                <a:solidFill>
                  <a:schemeClr val="accent1"/>
                </a:solidFill>
              </a:defRPr>
            </a:lvl1pPr>
            <a:lvl2pPr lvl="1"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2pPr>
            <a:lvl3pPr lvl="2"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3pPr>
            <a:lvl4pPr lvl="3"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4pPr>
            <a:lvl5pPr lvl="4"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5pPr>
            <a:lvl6pPr lvl="5"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6pPr>
            <a:lvl7pPr lvl="6"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7pPr>
            <a:lvl8pPr lvl="7"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8pPr>
            <a:lvl9pPr lvl="8"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9pPr>
          </a:lstStyle>
          <a:p>
            <a:r>
              <a:t>xx%</a:t>
            </a:r>
          </a:p>
        </p:txBody>
      </p:sp>
      <p:sp>
        <p:nvSpPr>
          <p:cNvPr id="381" name="Google Shape;381;p42"/>
          <p:cNvSpPr txBox="1"/>
          <p:nvPr>
            <p:ph idx="3" type="subTitle"/>
          </p:nvPr>
        </p:nvSpPr>
        <p:spPr>
          <a:xfrm>
            <a:off x="2364984" y="2694825"/>
            <a:ext cx="4414200" cy="37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5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82" name="Google Shape;382;p42"/>
          <p:cNvSpPr txBox="1"/>
          <p:nvPr>
            <p:ph hasCustomPrompt="1" idx="4" type="title"/>
          </p:nvPr>
        </p:nvSpPr>
        <p:spPr>
          <a:xfrm>
            <a:off x="2592925" y="3411450"/>
            <a:ext cx="3958200" cy="6150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accent1"/>
              </a:buClr>
              <a:buSzPts val="5000"/>
              <a:buNone/>
              <a:defRPr sz="4300">
                <a:solidFill>
                  <a:schemeClr val="accent1"/>
                </a:solidFill>
              </a:defRPr>
            </a:lvl1pPr>
            <a:lvl2pPr lvl="1"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2pPr>
            <a:lvl3pPr lvl="2"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3pPr>
            <a:lvl4pPr lvl="3"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4pPr>
            <a:lvl5pPr lvl="4"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5pPr>
            <a:lvl6pPr lvl="5"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6pPr>
            <a:lvl7pPr lvl="6"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7pPr>
            <a:lvl8pPr lvl="7"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8pPr>
            <a:lvl9pPr lvl="8"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9pPr>
          </a:lstStyle>
          <a:p>
            <a:r>
              <a:t>xx%</a:t>
            </a:r>
          </a:p>
        </p:txBody>
      </p:sp>
      <p:sp>
        <p:nvSpPr>
          <p:cNvPr id="383" name="Google Shape;383;p42"/>
          <p:cNvSpPr txBox="1"/>
          <p:nvPr>
            <p:ph idx="5" type="subTitle"/>
          </p:nvPr>
        </p:nvSpPr>
        <p:spPr>
          <a:xfrm>
            <a:off x="2364950" y="4043250"/>
            <a:ext cx="4414200" cy="377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5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cxnSp>
        <p:nvCxnSpPr>
          <p:cNvPr id="384" name="Google Shape;384;p42"/>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85" name="Google Shape;385;p42"/>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2">
  <p:cSld name="CUSTOM_28">
    <p:spTree>
      <p:nvGrpSpPr>
        <p:cNvPr id="386" name="Shape 386"/>
        <p:cNvGrpSpPr/>
        <p:nvPr/>
      </p:nvGrpSpPr>
      <p:grpSpPr>
        <a:xfrm>
          <a:off x="0" y="0"/>
          <a:ext cx="0" cy="0"/>
          <a:chOff x="0" y="0"/>
          <a:chExt cx="0" cy="0"/>
        </a:xfrm>
      </p:grpSpPr>
      <p:sp>
        <p:nvSpPr>
          <p:cNvPr id="387" name="Google Shape;387;p43"/>
          <p:cNvSpPr txBox="1"/>
          <p:nvPr>
            <p:ph idx="1" type="subTitle"/>
          </p:nvPr>
        </p:nvSpPr>
        <p:spPr>
          <a:xfrm>
            <a:off x="5700609" y="2084269"/>
            <a:ext cx="2764500" cy="499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88" name="Google Shape;388;p43"/>
          <p:cNvSpPr txBox="1"/>
          <p:nvPr>
            <p:ph idx="2" type="subTitle"/>
          </p:nvPr>
        </p:nvSpPr>
        <p:spPr>
          <a:xfrm>
            <a:off x="5700621" y="2486544"/>
            <a:ext cx="27645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600">
                <a:solidFill>
                  <a:schemeClr val="dk1"/>
                </a:solidFill>
                <a:latin typeface="Mako"/>
                <a:ea typeface="Mako"/>
                <a:cs typeface="Mako"/>
                <a:sym typeface="Mako"/>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89" name="Google Shape;389;p43"/>
          <p:cNvSpPr txBox="1"/>
          <p:nvPr>
            <p:ph idx="3" type="subTitle"/>
          </p:nvPr>
        </p:nvSpPr>
        <p:spPr>
          <a:xfrm>
            <a:off x="1973988" y="902134"/>
            <a:ext cx="2764500" cy="499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90" name="Google Shape;390;p43"/>
          <p:cNvSpPr txBox="1"/>
          <p:nvPr>
            <p:ph idx="4" type="subTitle"/>
          </p:nvPr>
        </p:nvSpPr>
        <p:spPr>
          <a:xfrm>
            <a:off x="1973988" y="1304410"/>
            <a:ext cx="27645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600">
                <a:solidFill>
                  <a:schemeClr val="dk1"/>
                </a:solidFill>
                <a:latin typeface="Mako"/>
                <a:ea typeface="Mako"/>
                <a:cs typeface="Mako"/>
                <a:sym typeface="Mako"/>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91" name="Google Shape;391;p43"/>
          <p:cNvSpPr txBox="1"/>
          <p:nvPr>
            <p:ph idx="5" type="subTitle"/>
          </p:nvPr>
        </p:nvSpPr>
        <p:spPr>
          <a:xfrm>
            <a:off x="1973988" y="3290875"/>
            <a:ext cx="2764500" cy="499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92" name="Google Shape;392;p43"/>
          <p:cNvSpPr txBox="1"/>
          <p:nvPr>
            <p:ph idx="6" type="subTitle"/>
          </p:nvPr>
        </p:nvSpPr>
        <p:spPr>
          <a:xfrm>
            <a:off x="1973988" y="3699649"/>
            <a:ext cx="27645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cxnSp>
        <p:nvCxnSpPr>
          <p:cNvPr id="393" name="Google Shape;393;p43"/>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94" name="Google Shape;394;p43"/>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95" name="Google Shape;395;p43"/>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396" name="Google Shape;396;p43"/>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397" name="Google Shape;397;p43"/>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
        <p:nvSpPr>
          <p:cNvPr id="398" name="Google Shape;398;p43"/>
          <p:cNvSpPr txBox="1"/>
          <p:nvPr>
            <p:ph hasCustomPrompt="1" type="title"/>
          </p:nvPr>
        </p:nvSpPr>
        <p:spPr>
          <a:xfrm>
            <a:off x="733000" y="1114450"/>
            <a:ext cx="1118100" cy="6150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accent1"/>
              </a:buClr>
              <a:buSzPts val="5000"/>
              <a:buNone/>
              <a:defRPr sz="4500">
                <a:solidFill>
                  <a:schemeClr val="accent1"/>
                </a:solidFill>
              </a:defRPr>
            </a:lvl1pPr>
            <a:lvl2pPr lvl="1"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2pPr>
            <a:lvl3pPr lvl="2"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3pPr>
            <a:lvl4pPr lvl="3"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4pPr>
            <a:lvl5pPr lvl="4"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5pPr>
            <a:lvl6pPr lvl="5"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6pPr>
            <a:lvl7pPr lvl="6"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7pPr>
            <a:lvl8pPr lvl="7"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8pPr>
            <a:lvl9pPr lvl="8"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9pPr>
          </a:lstStyle>
          <a:p>
            <a:r>
              <a:t>xx%</a:t>
            </a:r>
          </a:p>
        </p:txBody>
      </p:sp>
      <p:sp>
        <p:nvSpPr>
          <p:cNvPr id="399" name="Google Shape;399;p43"/>
          <p:cNvSpPr txBox="1"/>
          <p:nvPr>
            <p:ph hasCustomPrompt="1" idx="7" type="title"/>
          </p:nvPr>
        </p:nvSpPr>
        <p:spPr>
          <a:xfrm>
            <a:off x="733000" y="3503175"/>
            <a:ext cx="1118100" cy="6150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accent1"/>
              </a:buClr>
              <a:buSzPts val="5000"/>
              <a:buNone/>
              <a:defRPr sz="4500">
                <a:solidFill>
                  <a:schemeClr val="accent1"/>
                </a:solidFill>
              </a:defRPr>
            </a:lvl1pPr>
            <a:lvl2pPr lvl="1"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2pPr>
            <a:lvl3pPr lvl="2"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3pPr>
            <a:lvl4pPr lvl="3"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4pPr>
            <a:lvl5pPr lvl="4"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5pPr>
            <a:lvl6pPr lvl="5"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6pPr>
            <a:lvl7pPr lvl="6"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7pPr>
            <a:lvl8pPr lvl="7"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8pPr>
            <a:lvl9pPr lvl="8"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9pPr>
          </a:lstStyle>
          <a:p>
            <a:r>
              <a:t>xx%</a:t>
            </a:r>
          </a:p>
        </p:txBody>
      </p:sp>
      <p:sp>
        <p:nvSpPr>
          <p:cNvPr id="400" name="Google Shape;400;p43"/>
          <p:cNvSpPr txBox="1"/>
          <p:nvPr>
            <p:ph hasCustomPrompt="1" idx="8" type="title"/>
          </p:nvPr>
        </p:nvSpPr>
        <p:spPr>
          <a:xfrm>
            <a:off x="4441002" y="2276488"/>
            <a:ext cx="1118100" cy="6150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accent1"/>
              </a:buClr>
              <a:buSzPts val="5000"/>
              <a:buNone/>
              <a:defRPr sz="4500">
                <a:solidFill>
                  <a:schemeClr val="accent1"/>
                </a:solidFill>
              </a:defRPr>
            </a:lvl1pPr>
            <a:lvl2pPr lvl="1"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2pPr>
            <a:lvl3pPr lvl="2"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3pPr>
            <a:lvl4pPr lvl="3"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4pPr>
            <a:lvl5pPr lvl="4"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5pPr>
            <a:lvl6pPr lvl="5"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6pPr>
            <a:lvl7pPr lvl="6"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7pPr>
            <a:lvl8pPr lvl="7"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8pPr>
            <a:lvl9pPr lvl="8"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9pPr>
          </a:lstStyle>
          <a:p>
            <a:r>
              <a:t>xx%</a:t>
            </a: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5">
  <p:cSld name="CUSTOM_7_1">
    <p:spTree>
      <p:nvGrpSpPr>
        <p:cNvPr id="401" name="Shape 401"/>
        <p:cNvGrpSpPr/>
        <p:nvPr/>
      </p:nvGrpSpPr>
      <p:grpSpPr>
        <a:xfrm>
          <a:off x="0" y="0"/>
          <a:ext cx="0" cy="0"/>
          <a:chOff x="0" y="0"/>
          <a:chExt cx="0" cy="0"/>
        </a:xfrm>
      </p:grpSpPr>
      <p:sp>
        <p:nvSpPr>
          <p:cNvPr id="402" name="Google Shape;402;p44"/>
          <p:cNvSpPr txBox="1"/>
          <p:nvPr>
            <p:ph type="title"/>
          </p:nvPr>
        </p:nvSpPr>
        <p:spPr>
          <a:xfrm>
            <a:off x="803750" y="2040496"/>
            <a:ext cx="4087500" cy="673200"/>
          </a:xfrm>
          <a:prstGeom prst="rect">
            <a:avLst/>
          </a:prstGeom>
        </p:spPr>
        <p:txBody>
          <a:bodyPr anchorCtr="0" anchor="t" bIns="91425" lIns="91425" spcFirstLastPara="1" rIns="91425" wrap="square" tIns="91425">
            <a:noAutofit/>
          </a:bodyPr>
          <a:lstStyle>
            <a:lvl1pPr lvl="0" rtl="0" algn="l">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403" name="Google Shape;403;p44"/>
          <p:cNvSpPr txBox="1"/>
          <p:nvPr>
            <p:ph idx="1" type="subTitle"/>
          </p:nvPr>
        </p:nvSpPr>
        <p:spPr>
          <a:xfrm>
            <a:off x="803750" y="2693525"/>
            <a:ext cx="3159300" cy="558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Font typeface="Josefin Sans"/>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cxnSp>
        <p:nvCxnSpPr>
          <p:cNvPr id="404" name="Google Shape;404;p44"/>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05" name="Google Shape;405;p44"/>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6">
  <p:cSld name="CUSTOM_7_2">
    <p:spTree>
      <p:nvGrpSpPr>
        <p:cNvPr id="406" name="Shape 406"/>
        <p:cNvGrpSpPr/>
        <p:nvPr/>
      </p:nvGrpSpPr>
      <p:grpSpPr>
        <a:xfrm>
          <a:off x="0" y="0"/>
          <a:ext cx="0" cy="0"/>
          <a:chOff x="0" y="0"/>
          <a:chExt cx="0" cy="0"/>
        </a:xfrm>
      </p:grpSpPr>
      <p:sp>
        <p:nvSpPr>
          <p:cNvPr id="407" name="Google Shape;407;p45"/>
          <p:cNvSpPr txBox="1"/>
          <p:nvPr>
            <p:ph type="title"/>
          </p:nvPr>
        </p:nvSpPr>
        <p:spPr>
          <a:xfrm>
            <a:off x="4490150" y="2047725"/>
            <a:ext cx="3364200" cy="628800"/>
          </a:xfrm>
          <a:prstGeom prst="rect">
            <a:avLst/>
          </a:prstGeom>
        </p:spPr>
        <p:txBody>
          <a:bodyPr anchorCtr="0" anchor="t" bIns="91425" lIns="91425" spcFirstLastPara="1" rIns="91425" wrap="square" tIns="91425">
            <a:noAutofit/>
          </a:bodyPr>
          <a:lstStyle>
            <a:lvl1pPr lvl="0" rtl="0" algn="r">
              <a:spcBef>
                <a:spcPts val="0"/>
              </a:spcBef>
              <a:spcAft>
                <a:spcPts val="0"/>
              </a:spcAft>
              <a:buSzPts val="3000"/>
              <a:buNone/>
              <a:defRPr/>
            </a:lvl1pPr>
            <a:lvl2pPr lvl="1" rtl="0">
              <a:spcBef>
                <a:spcPts val="0"/>
              </a:spcBef>
              <a:spcAft>
                <a:spcPts val="0"/>
              </a:spcAft>
              <a:buSzPts val="3000"/>
              <a:buNone/>
              <a:defRPr>
                <a:latin typeface="Open Sans SemiBold"/>
                <a:ea typeface="Open Sans SemiBold"/>
                <a:cs typeface="Open Sans SemiBold"/>
                <a:sym typeface="Open Sans SemiBold"/>
              </a:defRPr>
            </a:lvl2pPr>
            <a:lvl3pPr lvl="2" rtl="0">
              <a:spcBef>
                <a:spcPts val="0"/>
              </a:spcBef>
              <a:spcAft>
                <a:spcPts val="0"/>
              </a:spcAft>
              <a:buSzPts val="3000"/>
              <a:buNone/>
              <a:defRPr>
                <a:latin typeface="Open Sans SemiBold"/>
                <a:ea typeface="Open Sans SemiBold"/>
                <a:cs typeface="Open Sans SemiBold"/>
                <a:sym typeface="Open Sans SemiBold"/>
              </a:defRPr>
            </a:lvl3pPr>
            <a:lvl4pPr lvl="3" rtl="0">
              <a:spcBef>
                <a:spcPts val="0"/>
              </a:spcBef>
              <a:spcAft>
                <a:spcPts val="0"/>
              </a:spcAft>
              <a:buSzPts val="3000"/>
              <a:buNone/>
              <a:defRPr>
                <a:latin typeface="Open Sans SemiBold"/>
                <a:ea typeface="Open Sans SemiBold"/>
                <a:cs typeface="Open Sans SemiBold"/>
                <a:sym typeface="Open Sans SemiBold"/>
              </a:defRPr>
            </a:lvl4pPr>
            <a:lvl5pPr lvl="4" rtl="0">
              <a:spcBef>
                <a:spcPts val="0"/>
              </a:spcBef>
              <a:spcAft>
                <a:spcPts val="0"/>
              </a:spcAft>
              <a:buSzPts val="3000"/>
              <a:buNone/>
              <a:defRPr>
                <a:latin typeface="Open Sans SemiBold"/>
                <a:ea typeface="Open Sans SemiBold"/>
                <a:cs typeface="Open Sans SemiBold"/>
                <a:sym typeface="Open Sans SemiBold"/>
              </a:defRPr>
            </a:lvl5pPr>
            <a:lvl6pPr lvl="5" rtl="0">
              <a:spcBef>
                <a:spcPts val="0"/>
              </a:spcBef>
              <a:spcAft>
                <a:spcPts val="0"/>
              </a:spcAft>
              <a:buSzPts val="3000"/>
              <a:buNone/>
              <a:defRPr>
                <a:latin typeface="Open Sans SemiBold"/>
                <a:ea typeface="Open Sans SemiBold"/>
                <a:cs typeface="Open Sans SemiBold"/>
                <a:sym typeface="Open Sans SemiBold"/>
              </a:defRPr>
            </a:lvl6pPr>
            <a:lvl7pPr lvl="6" rtl="0">
              <a:spcBef>
                <a:spcPts val="0"/>
              </a:spcBef>
              <a:spcAft>
                <a:spcPts val="0"/>
              </a:spcAft>
              <a:buSzPts val="3000"/>
              <a:buNone/>
              <a:defRPr>
                <a:latin typeface="Open Sans SemiBold"/>
                <a:ea typeface="Open Sans SemiBold"/>
                <a:cs typeface="Open Sans SemiBold"/>
                <a:sym typeface="Open Sans SemiBold"/>
              </a:defRPr>
            </a:lvl7pPr>
            <a:lvl8pPr lvl="7" rtl="0">
              <a:spcBef>
                <a:spcPts val="0"/>
              </a:spcBef>
              <a:spcAft>
                <a:spcPts val="0"/>
              </a:spcAft>
              <a:buSzPts val="3000"/>
              <a:buNone/>
              <a:defRPr>
                <a:latin typeface="Open Sans SemiBold"/>
                <a:ea typeface="Open Sans SemiBold"/>
                <a:cs typeface="Open Sans SemiBold"/>
                <a:sym typeface="Open Sans SemiBold"/>
              </a:defRPr>
            </a:lvl8pPr>
            <a:lvl9pPr lvl="8" rtl="0">
              <a:spcBef>
                <a:spcPts val="0"/>
              </a:spcBef>
              <a:spcAft>
                <a:spcPts val="0"/>
              </a:spcAft>
              <a:buSzPts val="3000"/>
              <a:buNone/>
              <a:defRPr>
                <a:latin typeface="Open Sans SemiBold"/>
                <a:ea typeface="Open Sans SemiBold"/>
                <a:cs typeface="Open Sans SemiBold"/>
                <a:sym typeface="Open Sans SemiBold"/>
              </a:defRPr>
            </a:lvl9pPr>
          </a:lstStyle>
          <a:p/>
        </p:txBody>
      </p:sp>
      <p:sp>
        <p:nvSpPr>
          <p:cNvPr id="408" name="Google Shape;408;p45"/>
          <p:cNvSpPr txBox="1"/>
          <p:nvPr>
            <p:ph idx="1" type="subTitle"/>
          </p:nvPr>
        </p:nvSpPr>
        <p:spPr>
          <a:xfrm>
            <a:off x="4855550" y="2694825"/>
            <a:ext cx="2998800" cy="5580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600"/>
              <a:buFont typeface="Josefin Sans"/>
              <a:buNone/>
              <a:defRPr sz="1400">
                <a:solidFill>
                  <a:schemeClr val="dk1"/>
                </a:solidFill>
              </a:defRPr>
            </a:lvl1pPr>
            <a:lvl2pPr lvl="1" rtl="0">
              <a:spcBef>
                <a:spcPts val="0"/>
              </a:spcBef>
              <a:spcAft>
                <a:spcPts val="0"/>
              </a:spcAft>
              <a:buSzPts val="1500"/>
              <a:buNone/>
              <a:defRPr sz="1500"/>
            </a:lvl2pPr>
            <a:lvl3pPr lvl="2" rtl="0">
              <a:spcBef>
                <a:spcPts val="0"/>
              </a:spcBef>
              <a:spcAft>
                <a:spcPts val="0"/>
              </a:spcAft>
              <a:buSzPts val="1500"/>
              <a:buNone/>
              <a:defRPr sz="1500"/>
            </a:lvl3pPr>
            <a:lvl4pPr lvl="3" rtl="0">
              <a:spcBef>
                <a:spcPts val="0"/>
              </a:spcBef>
              <a:spcAft>
                <a:spcPts val="0"/>
              </a:spcAft>
              <a:buSzPts val="1500"/>
              <a:buNone/>
              <a:defRPr sz="1500"/>
            </a:lvl4pPr>
            <a:lvl5pPr lvl="4" rtl="0">
              <a:spcBef>
                <a:spcPts val="0"/>
              </a:spcBef>
              <a:spcAft>
                <a:spcPts val="0"/>
              </a:spcAft>
              <a:buSzPts val="1500"/>
              <a:buNone/>
              <a:defRPr sz="1500"/>
            </a:lvl5pPr>
            <a:lvl6pPr lvl="5" rtl="0">
              <a:spcBef>
                <a:spcPts val="0"/>
              </a:spcBef>
              <a:spcAft>
                <a:spcPts val="0"/>
              </a:spcAft>
              <a:buSzPts val="1500"/>
              <a:buNone/>
              <a:defRPr sz="1500"/>
            </a:lvl6pPr>
            <a:lvl7pPr lvl="6" rtl="0">
              <a:spcBef>
                <a:spcPts val="0"/>
              </a:spcBef>
              <a:spcAft>
                <a:spcPts val="0"/>
              </a:spcAft>
              <a:buSzPts val="1500"/>
              <a:buNone/>
              <a:defRPr sz="1500"/>
            </a:lvl7pPr>
            <a:lvl8pPr lvl="7" rtl="0">
              <a:spcBef>
                <a:spcPts val="0"/>
              </a:spcBef>
              <a:spcAft>
                <a:spcPts val="0"/>
              </a:spcAft>
              <a:buSzPts val="1500"/>
              <a:buNone/>
              <a:defRPr sz="1500"/>
            </a:lvl8pPr>
            <a:lvl9pPr lvl="8" rtl="0">
              <a:spcBef>
                <a:spcPts val="0"/>
              </a:spcBef>
              <a:spcAft>
                <a:spcPts val="0"/>
              </a:spcAft>
              <a:buSzPts val="1500"/>
              <a:buNone/>
              <a:defRPr sz="1500"/>
            </a:lvl9pPr>
          </a:lstStyle>
          <a:p/>
        </p:txBody>
      </p:sp>
      <p:cxnSp>
        <p:nvCxnSpPr>
          <p:cNvPr id="409" name="Google Shape;409;p45"/>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10" name="Google Shape;410;p45"/>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7">
  <p:cSld name="CUSTOM_8">
    <p:spTree>
      <p:nvGrpSpPr>
        <p:cNvPr id="411" name="Shape 411"/>
        <p:cNvGrpSpPr/>
        <p:nvPr/>
      </p:nvGrpSpPr>
      <p:grpSpPr>
        <a:xfrm>
          <a:off x="0" y="0"/>
          <a:ext cx="0" cy="0"/>
          <a:chOff x="0" y="0"/>
          <a:chExt cx="0" cy="0"/>
        </a:xfrm>
      </p:grpSpPr>
      <p:sp>
        <p:nvSpPr>
          <p:cNvPr id="412" name="Google Shape;412;p46"/>
          <p:cNvSpPr txBox="1"/>
          <p:nvPr>
            <p:ph idx="1" type="subTitle"/>
          </p:nvPr>
        </p:nvSpPr>
        <p:spPr>
          <a:xfrm>
            <a:off x="713225" y="1453525"/>
            <a:ext cx="7411200" cy="2889000"/>
          </a:xfrm>
          <a:prstGeom prst="rect">
            <a:avLst/>
          </a:prstGeom>
        </p:spPr>
        <p:txBody>
          <a:bodyPr anchorCtr="0" anchor="ctr" bIns="91425" lIns="91425" spcFirstLastPara="1" rIns="91425" wrap="square" tIns="91425">
            <a:noAutofit/>
          </a:bodyPr>
          <a:lstStyle>
            <a:lvl1pPr lvl="0" marR="38100" rtl="0" algn="ctr">
              <a:lnSpc>
                <a:spcPct val="100000"/>
              </a:lnSpc>
              <a:spcBef>
                <a:spcPts val="0"/>
              </a:spcBef>
              <a:spcAft>
                <a:spcPts val="0"/>
              </a:spcAft>
              <a:buClr>
                <a:schemeClr val="accent1"/>
              </a:buClr>
              <a:buSzPts val="1400"/>
              <a:buChar char="●"/>
              <a:defRPr sz="1400"/>
            </a:lvl1pPr>
            <a:lvl2pPr lvl="1" rtl="0" algn="ctr">
              <a:spcBef>
                <a:spcPts val="0"/>
              </a:spcBef>
              <a:spcAft>
                <a:spcPts val="0"/>
              </a:spcAft>
              <a:buSzPts val="1400"/>
              <a:buChar char="○"/>
              <a:defRPr/>
            </a:lvl2pPr>
            <a:lvl3pPr lvl="2" rtl="0" algn="ctr">
              <a:spcBef>
                <a:spcPts val="0"/>
              </a:spcBef>
              <a:spcAft>
                <a:spcPts val="0"/>
              </a:spcAft>
              <a:buSzPts val="1400"/>
              <a:buChar char="■"/>
              <a:defRPr/>
            </a:lvl3pPr>
            <a:lvl4pPr lvl="3" rtl="0" algn="ctr">
              <a:spcBef>
                <a:spcPts val="0"/>
              </a:spcBef>
              <a:spcAft>
                <a:spcPts val="0"/>
              </a:spcAft>
              <a:buSzPts val="1400"/>
              <a:buChar char="●"/>
              <a:defRPr/>
            </a:lvl4pPr>
            <a:lvl5pPr lvl="4" rtl="0" algn="ctr">
              <a:spcBef>
                <a:spcPts val="0"/>
              </a:spcBef>
              <a:spcAft>
                <a:spcPts val="0"/>
              </a:spcAft>
              <a:buSzPts val="1400"/>
              <a:buChar char="○"/>
              <a:defRPr/>
            </a:lvl5pPr>
            <a:lvl6pPr lvl="5" rtl="0" algn="ctr">
              <a:spcBef>
                <a:spcPts val="0"/>
              </a:spcBef>
              <a:spcAft>
                <a:spcPts val="0"/>
              </a:spcAft>
              <a:buSzPts val="1400"/>
              <a:buChar char="■"/>
              <a:defRPr/>
            </a:lvl6pPr>
            <a:lvl7pPr lvl="6" rtl="0" algn="ctr">
              <a:spcBef>
                <a:spcPts val="0"/>
              </a:spcBef>
              <a:spcAft>
                <a:spcPts val="0"/>
              </a:spcAft>
              <a:buSzPts val="1400"/>
              <a:buChar char="●"/>
              <a:defRPr/>
            </a:lvl7pPr>
            <a:lvl8pPr lvl="7" rtl="0" algn="ctr">
              <a:spcBef>
                <a:spcPts val="0"/>
              </a:spcBef>
              <a:spcAft>
                <a:spcPts val="0"/>
              </a:spcAft>
              <a:buSzPts val="1400"/>
              <a:buChar char="○"/>
              <a:defRPr/>
            </a:lvl8pPr>
            <a:lvl9pPr lvl="8" rtl="0" algn="ctr">
              <a:spcBef>
                <a:spcPts val="0"/>
              </a:spcBef>
              <a:spcAft>
                <a:spcPts val="0"/>
              </a:spcAft>
              <a:buSzPts val="1400"/>
              <a:buChar char="■"/>
              <a:defRPr/>
            </a:lvl9pPr>
          </a:lstStyle>
          <a:p/>
        </p:txBody>
      </p:sp>
      <p:sp>
        <p:nvSpPr>
          <p:cNvPr id="413" name="Google Shape;413;p46"/>
          <p:cNvSpPr txBox="1"/>
          <p:nvPr>
            <p:ph type="title"/>
          </p:nvPr>
        </p:nvSpPr>
        <p:spPr>
          <a:xfrm>
            <a:off x="713225" y="445025"/>
            <a:ext cx="45027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p:txBody>
      </p:sp>
      <p:cxnSp>
        <p:nvCxnSpPr>
          <p:cNvPr id="414" name="Google Shape;414;p46"/>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15" name="Google Shape;415;p46"/>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16" name="Google Shape;416;p46"/>
          <p:cNvCxnSpPr/>
          <p:nvPr/>
        </p:nvCxnSpPr>
        <p:spPr>
          <a:xfrm flipH="1">
            <a:off x="6772150" y="3663450"/>
            <a:ext cx="2823300" cy="16332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CUSTOM_29">
    <p:spTree>
      <p:nvGrpSpPr>
        <p:cNvPr id="417" name="Shape 417"/>
        <p:cNvGrpSpPr/>
        <p:nvPr/>
      </p:nvGrpSpPr>
      <p:grpSpPr>
        <a:xfrm>
          <a:off x="0" y="0"/>
          <a:ext cx="0" cy="0"/>
          <a:chOff x="0" y="0"/>
          <a:chExt cx="0" cy="0"/>
        </a:xfrm>
      </p:grpSpPr>
      <p:cxnSp>
        <p:nvCxnSpPr>
          <p:cNvPr id="418" name="Google Shape;418;p47"/>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19" name="Google Shape;419;p47"/>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20" name="Google Shape;420;p47"/>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421" name="Google Shape;421;p47"/>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422" name="Google Shape;422;p47"/>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423" name="Google Shape;423;p47"/>
          <p:cNvCxnSpPr/>
          <p:nvPr/>
        </p:nvCxnSpPr>
        <p:spPr>
          <a:xfrm flipH="1">
            <a:off x="-237137" y="-71162"/>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
        <p:nvSpPr>
          <p:cNvPr id="424" name="Google Shape;424;p47"/>
          <p:cNvSpPr txBox="1"/>
          <p:nvPr>
            <p:ph type="title"/>
          </p:nvPr>
        </p:nvSpPr>
        <p:spPr>
          <a:xfrm>
            <a:off x="1531650" y="445025"/>
            <a:ext cx="60807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atin typeface="Merriweather Light"/>
                <a:ea typeface="Merriweather Light"/>
                <a:cs typeface="Merriweather Light"/>
                <a:sym typeface="Merriweather Light"/>
              </a:defRPr>
            </a:lvl2pPr>
            <a:lvl3pPr lvl="2" rtl="0" algn="ctr">
              <a:spcBef>
                <a:spcPts val="0"/>
              </a:spcBef>
              <a:spcAft>
                <a:spcPts val="0"/>
              </a:spcAft>
              <a:buSzPts val="3000"/>
              <a:buNone/>
              <a:defRPr>
                <a:latin typeface="Merriweather Light"/>
                <a:ea typeface="Merriweather Light"/>
                <a:cs typeface="Merriweather Light"/>
                <a:sym typeface="Merriweather Light"/>
              </a:defRPr>
            </a:lvl3pPr>
            <a:lvl4pPr lvl="3" rtl="0" algn="ctr">
              <a:spcBef>
                <a:spcPts val="0"/>
              </a:spcBef>
              <a:spcAft>
                <a:spcPts val="0"/>
              </a:spcAft>
              <a:buSzPts val="3000"/>
              <a:buNone/>
              <a:defRPr>
                <a:latin typeface="Merriweather Light"/>
                <a:ea typeface="Merriweather Light"/>
                <a:cs typeface="Merriweather Light"/>
                <a:sym typeface="Merriweather Light"/>
              </a:defRPr>
            </a:lvl4pPr>
            <a:lvl5pPr lvl="4" rtl="0" algn="ctr">
              <a:spcBef>
                <a:spcPts val="0"/>
              </a:spcBef>
              <a:spcAft>
                <a:spcPts val="0"/>
              </a:spcAft>
              <a:buSzPts val="3000"/>
              <a:buNone/>
              <a:defRPr>
                <a:latin typeface="Merriweather Light"/>
                <a:ea typeface="Merriweather Light"/>
                <a:cs typeface="Merriweather Light"/>
                <a:sym typeface="Merriweather Light"/>
              </a:defRPr>
            </a:lvl5pPr>
            <a:lvl6pPr lvl="5" rtl="0" algn="ctr">
              <a:spcBef>
                <a:spcPts val="0"/>
              </a:spcBef>
              <a:spcAft>
                <a:spcPts val="0"/>
              </a:spcAft>
              <a:buSzPts val="3000"/>
              <a:buNone/>
              <a:defRPr>
                <a:latin typeface="Merriweather Light"/>
                <a:ea typeface="Merriweather Light"/>
                <a:cs typeface="Merriweather Light"/>
                <a:sym typeface="Merriweather Light"/>
              </a:defRPr>
            </a:lvl6pPr>
            <a:lvl7pPr lvl="6" rtl="0" algn="ctr">
              <a:spcBef>
                <a:spcPts val="0"/>
              </a:spcBef>
              <a:spcAft>
                <a:spcPts val="0"/>
              </a:spcAft>
              <a:buSzPts val="3000"/>
              <a:buNone/>
              <a:defRPr>
                <a:latin typeface="Merriweather Light"/>
                <a:ea typeface="Merriweather Light"/>
                <a:cs typeface="Merriweather Light"/>
                <a:sym typeface="Merriweather Light"/>
              </a:defRPr>
            </a:lvl7pPr>
            <a:lvl8pPr lvl="7" rtl="0" algn="ctr">
              <a:spcBef>
                <a:spcPts val="0"/>
              </a:spcBef>
              <a:spcAft>
                <a:spcPts val="0"/>
              </a:spcAft>
              <a:buSzPts val="3000"/>
              <a:buNone/>
              <a:defRPr>
                <a:latin typeface="Merriweather Light"/>
                <a:ea typeface="Merriweather Light"/>
                <a:cs typeface="Merriweather Light"/>
                <a:sym typeface="Merriweather Light"/>
              </a:defRPr>
            </a:lvl8pPr>
            <a:lvl9pPr lvl="8" rtl="0" algn="ctr">
              <a:spcBef>
                <a:spcPts val="0"/>
              </a:spcBef>
              <a:spcAft>
                <a:spcPts val="0"/>
              </a:spcAft>
              <a:buSzPts val="3000"/>
              <a:buNone/>
              <a:defRPr>
                <a:latin typeface="Merriweather Light"/>
                <a:ea typeface="Merriweather Light"/>
                <a:cs typeface="Merriweather Light"/>
                <a:sym typeface="Merriweather Light"/>
              </a:defRPr>
            </a:lvl9pPr>
          </a:lstStyle>
          <a:p/>
        </p:txBody>
      </p:sp>
      <p:sp>
        <p:nvSpPr>
          <p:cNvPr id="425" name="Google Shape;425;p47"/>
          <p:cNvSpPr txBox="1"/>
          <p:nvPr>
            <p:ph idx="1" type="subTitle"/>
          </p:nvPr>
        </p:nvSpPr>
        <p:spPr>
          <a:xfrm>
            <a:off x="4525188" y="1537663"/>
            <a:ext cx="3957600" cy="2889000"/>
          </a:xfrm>
          <a:prstGeom prst="rect">
            <a:avLst/>
          </a:prstGeom>
        </p:spPr>
        <p:txBody>
          <a:bodyPr anchorCtr="0" anchor="ctr" bIns="91425" lIns="91425" spcFirstLastPara="1" rIns="91425" wrap="square" tIns="91425">
            <a:noAutofit/>
          </a:bodyPr>
          <a:lstStyle>
            <a:lvl1pPr lvl="0" marR="38100" rtl="0" algn="ctr">
              <a:lnSpc>
                <a:spcPct val="100000"/>
              </a:lnSpc>
              <a:spcBef>
                <a:spcPts val="0"/>
              </a:spcBef>
              <a:spcAft>
                <a:spcPts val="0"/>
              </a:spcAft>
              <a:buClr>
                <a:schemeClr val="accent1"/>
              </a:buClr>
              <a:buSzPts val="1400"/>
              <a:buChar char="●"/>
              <a:defRPr sz="1400"/>
            </a:lvl1pPr>
            <a:lvl2pPr lvl="1" rtl="0" algn="ctr">
              <a:spcBef>
                <a:spcPts val="0"/>
              </a:spcBef>
              <a:spcAft>
                <a:spcPts val="0"/>
              </a:spcAft>
              <a:buClr>
                <a:schemeClr val="dk1"/>
              </a:buClr>
              <a:buSzPts val="1400"/>
              <a:buChar char="○"/>
              <a:defRPr/>
            </a:lvl2pPr>
            <a:lvl3pPr lvl="2" rtl="0" algn="ctr">
              <a:spcBef>
                <a:spcPts val="0"/>
              </a:spcBef>
              <a:spcAft>
                <a:spcPts val="0"/>
              </a:spcAft>
              <a:buClr>
                <a:schemeClr val="dk1"/>
              </a:buClr>
              <a:buSzPts val="1400"/>
              <a:buChar char="■"/>
              <a:defRPr/>
            </a:lvl3pPr>
            <a:lvl4pPr lvl="3" rtl="0" algn="ctr">
              <a:spcBef>
                <a:spcPts val="0"/>
              </a:spcBef>
              <a:spcAft>
                <a:spcPts val="0"/>
              </a:spcAft>
              <a:buClr>
                <a:schemeClr val="dk1"/>
              </a:buClr>
              <a:buSzPts val="1400"/>
              <a:buChar char="●"/>
              <a:defRPr/>
            </a:lvl4pPr>
            <a:lvl5pPr lvl="4" rtl="0" algn="ctr">
              <a:spcBef>
                <a:spcPts val="0"/>
              </a:spcBef>
              <a:spcAft>
                <a:spcPts val="0"/>
              </a:spcAft>
              <a:buClr>
                <a:schemeClr val="dk1"/>
              </a:buClr>
              <a:buSzPts val="1400"/>
              <a:buChar char="○"/>
              <a:defRPr/>
            </a:lvl5pPr>
            <a:lvl6pPr lvl="5" rtl="0" algn="ctr">
              <a:spcBef>
                <a:spcPts val="0"/>
              </a:spcBef>
              <a:spcAft>
                <a:spcPts val="0"/>
              </a:spcAft>
              <a:buClr>
                <a:schemeClr val="dk1"/>
              </a:buClr>
              <a:buSzPts val="1400"/>
              <a:buChar char="■"/>
              <a:defRPr/>
            </a:lvl6pPr>
            <a:lvl7pPr lvl="6" rtl="0" algn="ctr">
              <a:spcBef>
                <a:spcPts val="0"/>
              </a:spcBef>
              <a:spcAft>
                <a:spcPts val="0"/>
              </a:spcAft>
              <a:buClr>
                <a:schemeClr val="dk1"/>
              </a:buClr>
              <a:buSzPts val="1400"/>
              <a:buChar char="●"/>
              <a:defRPr/>
            </a:lvl7pPr>
            <a:lvl8pPr lvl="7" rtl="0" algn="ctr">
              <a:spcBef>
                <a:spcPts val="0"/>
              </a:spcBef>
              <a:spcAft>
                <a:spcPts val="0"/>
              </a:spcAft>
              <a:buClr>
                <a:schemeClr val="dk1"/>
              </a:buClr>
              <a:buSzPts val="1400"/>
              <a:buChar char="○"/>
              <a:defRPr/>
            </a:lvl8pPr>
            <a:lvl9pPr lvl="8" rtl="0" algn="ctr">
              <a:spcBef>
                <a:spcPts val="0"/>
              </a:spcBef>
              <a:spcAft>
                <a:spcPts val="0"/>
              </a:spcAft>
              <a:buClr>
                <a:schemeClr val="dk1"/>
              </a:buClr>
              <a:buSzPts val="1400"/>
              <a:buChar char="■"/>
              <a:defRPr/>
            </a:lvl9pPr>
          </a:lstStyle>
          <a:p/>
        </p:txBody>
      </p:sp>
      <p:sp>
        <p:nvSpPr>
          <p:cNvPr id="426" name="Google Shape;426;p47"/>
          <p:cNvSpPr txBox="1"/>
          <p:nvPr>
            <p:ph idx="2" type="subTitle"/>
          </p:nvPr>
        </p:nvSpPr>
        <p:spPr>
          <a:xfrm>
            <a:off x="661213" y="1537663"/>
            <a:ext cx="3957600" cy="2889000"/>
          </a:xfrm>
          <a:prstGeom prst="rect">
            <a:avLst/>
          </a:prstGeom>
        </p:spPr>
        <p:txBody>
          <a:bodyPr anchorCtr="0" anchor="ctr" bIns="91425" lIns="91425" spcFirstLastPara="1" rIns="91425" wrap="square" tIns="91425">
            <a:noAutofit/>
          </a:bodyPr>
          <a:lstStyle>
            <a:lvl1pPr lvl="0" marR="38100" rtl="0" algn="ctr">
              <a:lnSpc>
                <a:spcPct val="100000"/>
              </a:lnSpc>
              <a:spcBef>
                <a:spcPts val="0"/>
              </a:spcBef>
              <a:spcAft>
                <a:spcPts val="0"/>
              </a:spcAft>
              <a:buClr>
                <a:schemeClr val="accent1"/>
              </a:buClr>
              <a:buSzPts val="1400"/>
              <a:buChar char="●"/>
              <a:defRPr sz="1400"/>
            </a:lvl1pPr>
            <a:lvl2pPr lvl="1" rtl="0" algn="ctr">
              <a:spcBef>
                <a:spcPts val="0"/>
              </a:spcBef>
              <a:spcAft>
                <a:spcPts val="0"/>
              </a:spcAft>
              <a:buClr>
                <a:schemeClr val="dk1"/>
              </a:buClr>
              <a:buSzPts val="1400"/>
              <a:buChar char="○"/>
              <a:defRPr/>
            </a:lvl2pPr>
            <a:lvl3pPr lvl="2" rtl="0" algn="ctr">
              <a:spcBef>
                <a:spcPts val="0"/>
              </a:spcBef>
              <a:spcAft>
                <a:spcPts val="0"/>
              </a:spcAft>
              <a:buClr>
                <a:schemeClr val="dk1"/>
              </a:buClr>
              <a:buSzPts val="1400"/>
              <a:buChar char="■"/>
              <a:defRPr/>
            </a:lvl3pPr>
            <a:lvl4pPr lvl="3" rtl="0" algn="ctr">
              <a:spcBef>
                <a:spcPts val="0"/>
              </a:spcBef>
              <a:spcAft>
                <a:spcPts val="0"/>
              </a:spcAft>
              <a:buClr>
                <a:schemeClr val="dk1"/>
              </a:buClr>
              <a:buSzPts val="1400"/>
              <a:buChar char="●"/>
              <a:defRPr/>
            </a:lvl4pPr>
            <a:lvl5pPr lvl="4" rtl="0" algn="ctr">
              <a:spcBef>
                <a:spcPts val="0"/>
              </a:spcBef>
              <a:spcAft>
                <a:spcPts val="0"/>
              </a:spcAft>
              <a:buClr>
                <a:schemeClr val="dk1"/>
              </a:buClr>
              <a:buSzPts val="1400"/>
              <a:buChar char="○"/>
              <a:defRPr/>
            </a:lvl5pPr>
            <a:lvl6pPr lvl="5" rtl="0" algn="ctr">
              <a:spcBef>
                <a:spcPts val="0"/>
              </a:spcBef>
              <a:spcAft>
                <a:spcPts val="0"/>
              </a:spcAft>
              <a:buClr>
                <a:schemeClr val="dk1"/>
              </a:buClr>
              <a:buSzPts val="1400"/>
              <a:buChar char="■"/>
              <a:defRPr/>
            </a:lvl6pPr>
            <a:lvl7pPr lvl="6" rtl="0" algn="ctr">
              <a:spcBef>
                <a:spcPts val="0"/>
              </a:spcBef>
              <a:spcAft>
                <a:spcPts val="0"/>
              </a:spcAft>
              <a:buClr>
                <a:schemeClr val="dk1"/>
              </a:buClr>
              <a:buSzPts val="1400"/>
              <a:buChar char="●"/>
              <a:defRPr/>
            </a:lvl7pPr>
            <a:lvl8pPr lvl="7" rtl="0" algn="ctr">
              <a:spcBef>
                <a:spcPts val="0"/>
              </a:spcBef>
              <a:spcAft>
                <a:spcPts val="0"/>
              </a:spcAft>
              <a:buClr>
                <a:schemeClr val="dk1"/>
              </a:buClr>
              <a:buSzPts val="1400"/>
              <a:buChar char="○"/>
              <a:defRPr/>
            </a:lvl8pPr>
            <a:lvl9pPr lvl="8" rtl="0" algn="ctr">
              <a:spcBef>
                <a:spcPts val="0"/>
              </a:spcBef>
              <a:spcAft>
                <a:spcPts val="0"/>
              </a:spcAft>
              <a:buClr>
                <a:schemeClr val="dk1"/>
              </a:buClr>
              <a:buSzPts val="1400"/>
              <a:buChar char="■"/>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CUSTOM_9">
    <p:spTree>
      <p:nvGrpSpPr>
        <p:cNvPr id="427" name="Shape 427"/>
        <p:cNvGrpSpPr/>
        <p:nvPr/>
      </p:nvGrpSpPr>
      <p:grpSpPr>
        <a:xfrm>
          <a:off x="0" y="0"/>
          <a:ext cx="0" cy="0"/>
          <a:chOff x="0" y="0"/>
          <a:chExt cx="0" cy="0"/>
        </a:xfrm>
      </p:grpSpPr>
      <p:sp>
        <p:nvSpPr>
          <p:cNvPr id="428" name="Google Shape;428;p48"/>
          <p:cNvSpPr txBox="1"/>
          <p:nvPr>
            <p:ph idx="1" type="subTitle"/>
          </p:nvPr>
        </p:nvSpPr>
        <p:spPr>
          <a:xfrm>
            <a:off x="4816075" y="3616375"/>
            <a:ext cx="2942100" cy="357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429" name="Google Shape;429;p48"/>
          <p:cNvSpPr txBox="1"/>
          <p:nvPr>
            <p:ph idx="2" type="subTitle"/>
          </p:nvPr>
        </p:nvSpPr>
        <p:spPr>
          <a:xfrm>
            <a:off x="4816200" y="3956375"/>
            <a:ext cx="2941800" cy="652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b="0"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430" name="Google Shape;430;p48"/>
          <p:cNvSpPr txBox="1"/>
          <p:nvPr>
            <p:ph idx="3" type="subTitle"/>
          </p:nvPr>
        </p:nvSpPr>
        <p:spPr>
          <a:xfrm>
            <a:off x="1385829" y="3616375"/>
            <a:ext cx="2942100" cy="357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431" name="Google Shape;431;p48"/>
          <p:cNvSpPr txBox="1"/>
          <p:nvPr>
            <p:ph idx="4" type="subTitle"/>
          </p:nvPr>
        </p:nvSpPr>
        <p:spPr>
          <a:xfrm>
            <a:off x="1386025" y="3956375"/>
            <a:ext cx="2941800" cy="652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b="0"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432" name="Google Shape;432;p48"/>
          <p:cNvSpPr txBox="1"/>
          <p:nvPr>
            <p:ph type="title"/>
          </p:nvPr>
        </p:nvSpPr>
        <p:spPr>
          <a:xfrm>
            <a:off x="713225" y="445025"/>
            <a:ext cx="27291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p:txBody>
      </p:sp>
      <p:cxnSp>
        <p:nvCxnSpPr>
          <p:cNvPr id="433" name="Google Shape;433;p48"/>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34" name="Google Shape;434;p48"/>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4">
  <p:cSld name="CUSTOM_31">
    <p:spTree>
      <p:nvGrpSpPr>
        <p:cNvPr id="435" name="Shape 435"/>
        <p:cNvGrpSpPr/>
        <p:nvPr/>
      </p:nvGrpSpPr>
      <p:grpSpPr>
        <a:xfrm>
          <a:off x="0" y="0"/>
          <a:ext cx="0" cy="0"/>
          <a:chOff x="0" y="0"/>
          <a:chExt cx="0" cy="0"/>
        </a:xfrm>
      </p:grpSpPr>
      <p:sp>
        <p:nvSpPr>
          <p:cNvPr id="436" name="Google Shape;436;p49"/>
          <p:cNvSpPr txBox="1"/>
          <p:nvPr>
            <p:ph type="title"/>
          </p:nvPr>
        </p:nvSpPr>
        <p:spPr>
          <a:xfrm>
            <a:off x="1244250" y="445025"/>
            <a:ext cx="66555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atin typeface="Merriweather Light"/>
                <a:ea typeface="Merriweather Light"/>
                <a:cs typeface="Merriweather Light"/>
                <a:sym typeface="Merriweather Light"/>
              </a:defRPr>
            </a:lvl2pPr>
            <a:lvl3pPr lvl="2" rtl="0" algn="ctr">
              <a:spcBef>
                <a:spcPts val="0"/>
              </a:spcBef>
              <a:spcAft>
                <a:spcPts val="0"/>
              </a:spcAft>
              <a:buSzPts val="3000"/>
              <a:buNone/>
              <a:defRPr>
                <a:latin typeface="Merriweather Light"/>
                <a:ea typeface="Merriweather Light"/>
                <a:cs typeface="Merriweather Light"/>
                <a:sym typeface="Merriweather Light"/>
              </a:defRPr>
            </a:lvl3pPr>
            <a:lvl4pPr lvl="3" rtl="0" algn="ctr">
              <a:spcBef>
                <a:spcPts val="0"/>
              </a:spcBef>
              <a:spcAft>
                <a:spcPts val="0"/>
              </a:spcAft>
              <a:buSzPts val="3000"/>
              <a:buNone/>
              <a:defRPr>
                <a:latin typeface="Merriweather Light"/>
                <a:ea typeface="Merriweather Light"/>
                <a:cs typeface="Merriweather Light"/>
                <a:sym typeface="Merriweather Light"/>
              </a:defRPr>
            </a:lvl4pPr>
            <a:lvl5pPr lvl="4" rtl="0" algn="ctr">
              <a:spcBef>
                <a:spcPts val="0"/>
              </a:spcBef>
              <a:spcAft>
                <a:spcPts val="0"/>
              </a:spcAft>
              <a:buSzPts val="3000"/>
              <a:buNone/>
              <a:defRPr>
                <a:latin typeface="Merriweather Light"/>
                <a:ea typeface="Merriweather Light"/>
                <a:cs typeface="Merriweather Light"/>
                <a:sym typeface="Merriweather Light"/>
              </a:defRPr>
            </a:lvl5pPr>
            <a:lvl6pPr lvl="5" rtl="0" algn="ctr">
              <a:spcBef>
                <a:spcPts val="0"/>
              </a:spcBef>
              <a:spcAft>
                <a:spcPts val="0"/>
              </a:spcAft>
              <a:buSzPts val="3000"/>
              <a:buNone/>
              <a:defRPr>
                <a:latin typeface="Merriweather Light"/>
                <a:ea typeface="Merriweather Light"/>
                <a:cs typeface="Merriweather Light"/>
                <a:sym typeface="Merriweather Light"/>
              </a:defRPr>
            </a:lvl6pPr>
            <a:lvl7pPr lvl="6" rtl="0" algn="ctr">
              <a:spcBef>
                <a:spcPts val="0"/>
              </a:spcBef>
              <a:spcAft>
                <a:spcPts val="0"/>
              </a:spcAft>
              <a:buSzPts val="3000"/>
              <a:buNone/>
              <a:defRPr>
                <a:latin typeface="Merriweather Light"/>
                <a:ea typeface="Merriweather Light"/>
                <a:cs typeface="Merriweather Light"/>
                <a:sym typeface="Merriweather Light"/>
              </a:defRPr>
            </a:lvl7pPr>
            <a:lvl8pPr lvl="7" rtl="0" algn="ctr">
              <a:spcBef>
                <a:spcPts val="0"/>
              </a:spcBef>
              <a:spcAft>
                <a:spcPts val="0"/>
              </a:spcAft>
              <a:buSzPts val="3000"/>
              <a:buNone/>
              <a:defRPr>
                <a:latin typeface="Merriweather Light"/>
                <a:ea typeface="Merriweather Light"/>
                <a:cs typeface="Merriweather Light"/>
                <a:sym typeface="Merriweather Light"/>
              </a:defRPr>
            </a:lvl8pPr>
            <a:lvl9pPr lvl="8" rtl="0" algn="ctr">
              <a:spcBef>
                <a:spcPts val="0"/>
              </a:spcBef>
              <a:spcAft>
                <a:spcPts val="0"/>
              </a:spcAft>
              <a:buSzPts val="3000"/>
              <a:buNone/>
              <a:defRPr>
                <a:latin typeface="Merriweather Light"/>
                <a:ea typeface="Merriweather Light"/>
                <a:cs typeface="Merriweather Light"/>
                <a:sym typeface="Merriweather Light"/>
              </a:defRPr>
            </a:lvl9pPr>
          </a:lstStyle>
          <a:p/>
        </p:txBody>
      </p:sp>
      <p:sp>
        <p:nvSpPr>
          <p:cNvPr id="437" name="Google Shape;437;p49"/>
          <p:cNvSpPr txBox="1"/>
          <p:nvPr>
            <p:ph idx="1" type="subTitle"/>
          </p:nvPr>
        </p:nvSpPr>
        <p:spPr>
          <a:xfrm>
            <a:off x="3509000" y="33987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438" name="Google Shape;438;p49"/>
          <p:cNvSpPr txBox="1"/>
          <p:nvPr>
            <p:ph idx="2" type="subTitle"/>
          </p:nvPr>
        </p:nvSpPr>
        <p:spPr>
          <a:xfrm>
            <a:off x="3509025" y="3814950"/>
            <a:ext cx="2126100" cy="886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439" name="Google Shape;439;p49"/>
          <p:cNvSpPr txBox="1"/>
          <p:nvPr>
            <p:ph idx="3" type="subTitle"/>
          </p:nvPr>
        </p:nvSpPr>
        <p:spPr>
          <a:xfrm>
            <a:off x="953025" y="33987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440" name="Google Shape;440;p49"/>
          <p:cNvSpPr txBox="1"/>
          <p:nvPr>
            <p:ph idx="4" type="subTitle"/>
          </p:nvPr>
        </p:nvSpPr>
        <p:spPr>
          <a:xfrm>
            <a:off x="953125" y="3814951"/>
            <a:ext cx="2126100" cy="886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441" name="Google Shape;441;p49"/>
          <p:cNvSpPr txBox="1"/>
          <p:nvPr>
            <p:ph idx="5" type="subTitle"/>
          </p:nvPr>
        </p:nvSpPr>
        <p:spPr>
          <a:xfrm>
            <a:off x="6064875" y="33987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442" name="Google Shape;442;p49"/>
          <p:cNvSpPr txBox="1"/>
          <p:nvPr>
            <p:ph idx="6" type="subTitle"/>
          </p:nvPr>
        </p:nvSpPr>
        <p:spPr>
          <a:xfrm>
            <a:off x="6064875" y="3814950"/>
            <a:ext cx="2126100" cy="886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cxnSp>
        <p:nvCxnSpPr>
          <p:cNvPr id="443" name="Google Shape;443;p49"/>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44" name="Google Shape;444;p49"/>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45" name="Google Shape;445;p49"/>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446" name="Google Shape;446;p49"/>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1">
    <p:spTree>
      <p:nvGrpSpPr>
        <p:cNvPr id="447" name="Shape 447"/>
        <p:cNvGrpSpPr/>
        <p:nvPr/>
      </p:nvGrpSpPr>
      <p:grpSpPr>
        <a:xfrm>
          <a:off x="0" y="0"/>
          <a:ext cx="0" cy="0"/>
          <a:chOff x="0" y="0"/>
          <a:chExt cx="0" cy="0"/>
        </a:xfrm>
      </p:grpSpPr>
      <p:sp>
        <p:nvSpPr>
          <p:cNvPr id="448" name="Google Shape;448;p50"/>
          <p:cNvSpPr txBox="1"/>
          <p:nvPr>
            <p:ph type="title"/>
          </p:nvPr>
        </p:nvSpPr>
        <p:spPr>
          <a:xfrm>
            <a:off x="2832900" y="791200"/>
            <a:ext cx="3478200" cy="922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5300"/>
              <a:buNone/>
              <a:defRPr sz="7000"/>
            </a:lvl1pPr>
            <a:lvl2pPr lvl="1" rtl="0" algn="ctr">
              <a:spcBef>
                <a:spcPts val="0"/>
              </a:spcBef>
              <a:spcAft>
                <a:spcPts val="0"/>
              </a:spcAft>
              <a:buSzPts val="3000"/>
              <a:buNone/>
              <a:defRPr>
                <a:latin typeface="Open Sans"/>
                <a:ea typeface="Open Sans"/>
                <a:cs typeface="Open Sans"/>
                <a:sym typeface="Open Sans"/>
              </a:defRPr>
            </a:lvl2pPr>
            <a:lvl3pPr lvl="2" rtl="0" algn="ctr">
              <a:spcBef>
                <a:spcPts val="0"/>
              </a:spcBef>
              <a:spcAft>
                <a:spcPts val="0"/>
              </a:spcAft>
              <a:buSzPts val="3000"/>
              <a:buNone/>
              <a:defRPr>
                <a:latin typeface="Open Sans"/>
                <a:ea typeface="Open Sans"/>
                <a:cs typeface="Open Sans"/>
                <a:sym typeface="Open Sans"/>
              </a:defRPr>
            </a:lvl3pPr>
            <a:lvl4pPr lvl="3" rtl="0" algn="ctr">
              <a:spcBef>
                <a:spcPts val="0"/>
              </a:spcBef>
              <a:spcAft>
                <a:spcPts val="0"/>
              </a:spcAft>
              <a:buSzPts val="3000"/>
              <a:buNone/>
              <a:defRPr>
                <a:latin typeface="Open Sans"/>
                <a:ea typeface="Open Sans"/>
                <a:cs typeface="Open Sans"/>
                <a:sym typeface="Open Sans"/>
              </a:defRPr>
            </a:lvl4pPr>
            <a:lvl5pPr lvl="4" rtl="0" algn="ctr">
              <a:spcBef>
                <a:spcPts val="0"/>
              </a:spcBef>
              <a:spcAft>
                <a:spcPts val="0"/>
              </a:spcAft>
              <a:buSzPts val="3000"/>
              <a:buNone/>
              <a:defRPr>
                <a:latin typeface="Open Sans"/>
                <a:ea typeface="Open Sans"/>
                <a:cs typeface="Open Sans"/>
                <a:sym typeface="Open Sans"/>
              </a:defRPr>
            </a:lvl5pPr>
            <a:lvl6pPr lvl="5" rtl="0" algn="ctr">
              <a:spcBef>
                <a:spcPts val="0"/>
              </a:spcBef>
              <a:spcAft>
                <a:spcPts val="0"/>
              </a:spcAft>
              <a:buSzPts val="3000"/>
              <a:buNone/>
              <a:defRPr>
                <a:latin typeface="Open Sans"/>
                <a:ea typeface="Open Sans"/>
                <a:cs typeface="Open Sans"/>
                <a:sym typeface="Open Sans"/>
              </a:defRPr>
            </a:lvl6pPr>
            <a:lvl7pPr lvl="6" rtl="0" algn="ctr">
              <a:spcBef>
                <a:spcPts val="0"/>
              </a:spcBef>
              <a:spcAft>
                <a:spcPts val="0"/>
              </a:spcAft>
              <a:buSzPts val="3000"/>
              <a:buNone/>
              <a:defRPr>
                <a:latin typeface="Open Sans"/>
                <a:ea typeface="Open Sans"/>
                <a:cs typeface="Open Sans"/>
                <a:sym typeface="Open Sans"/>
              </a:defRPr>
            </a:lvl7pPr>
            <a:lvl8pPr lvl="7" rtl="0" algn="ctr">
              <a:spcBef>
                <a:spcPts val="0"/>
              </a:spcBef>
              <a:spcAft>
                <a:spcPts val="0"/>
              </a:spcAft>
              <a:buSzPts val="3000"/>
              <a:buNone/>
              <a:defRPr>
                <a:latin typeface="Open Sans"/>
                <a:ea typeface="Open Sans"/>
                <a:cs typeface="Open Sans"/>
                <a:sym typeface="Open Sans"/>
              </a:defRPr>
            </a:lvl8pPr>
            <a:lvl9pPr lvl="8" rtl="0" algn="ctr">
              <a:spcBef>
                <a:spcPts val="0"/>
              </a:spcBef>
              <a:spcAft>
                <a:spcPts val="0"/>
              </a:spcAft>
              <a:buSzPts val="3000"/>
              <a:buNone/>
              <a:defRPr>
                <a:latin typeface="Open Sans"/>
                <a:ea typeface="Open Sans"/>
                <a:cs typeface="Open Sans"/>
                <a:sym typeface="Open Sans"/>
              </a:defRPr>
            </a:lvl9pPr>
          </a:lstStyle>
          <a:p/>
        </p:txBody>
      </p:sp>
      <p:sp>
        <p:nvSpPr>
          <p:cNvPr id="449" name="Google Shape;449;p50"/>
          <p:cNvSpPr txBox="1"/>
          <p:nvPr>
            <p:ph idx="1" type="subTitle"/>
          </p:nvPr>
        </p:nvSpPr>
        <p:spPr>
          <a:xfrm>
            <a:off x="2983350" y="1749425"/>
            <a:ext cx="3177300" cy="922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450" name="Google Shape;450;p50"/>
          <p:cNvSpPr txBox="1"/>
          <p:nvPr/>
        </p:nvSpPr>
        <p:spPr>
          <a:xfrm>
            <a:off x="2900450" y="3438275"/>
            <a:ext cx="3343200" cy="716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100">
                <a:solidFill>
                  <a:schemeClr val="dk2"/>
                </a:solidFill>
                <a:latin typeface="Montserrat"/>
                <a:ea typeface="Montserrat"/>
                <a:cs typeface="Montserrat"/>
                <a:sym typeface="Montserrat"/>
              </a:rPr>
              <a:t>CREDITS</a:t>
            </a:r>
            <a:r>
              <a:rPr lang="en" sz="1100">
                <a:solidFill>
                  <a:schemeClr val="dk2"/>
                </a:solidFill>
                <a:latin typeface="Montserrat"/>
                <a:ea typeface="Montserrat"/>
                <a:cs typeface="Montserrat"/>
                <a:sym typeface="Montserrat"/>
              </a:rPr>
              <a:t>: This presentation template was created by </a:t>
            </a:r>
            <a:r>
              <a:rPr b="1" lang="en" sz="1100">
                <a:solidFill>
                  <a:schemeClr val="dk2"/>
                </a:solidFill>
                <a:uFill>
                  <a:noFill/>
                </a:uFill>
                <a:latin typeface="Montserrat"/>
                <a:ea typeface="Montserrat"/>
                <a:cs typeface="Montserrat"/>
                <a:sym typeface="Montserrat"/>
                <a:hlinkClick r:id="rId2">
                  <a:extLst>
                    <a:ext uri="{A12FA001-AC4F-418D-AE19-62706E023703}">
                      <ahyp:hlinkClr val="tx"/>
                    </a:ext>
                  </a:extLst>
                </a:hlinkClick>
              </a:rPr>
              <a:t>Slidesgo</a:t>
            </a:r>
            <a:r>
              <a:rPr lang="en" sz="1100">
                <a:solidFill>
                  <a:schemeClr val="dk2"/>
                </a:solidFill>
                <a:latin typeface="Montserrat"/>
                <a:ea typeface="Montserrat"/>
                <a:cs typeface="Montserrat"/>
                <a:sym typeface="Montserrat"/>
              </a:rPr>
              <a:t>, including icons by </a:t>
            </a:r>
            <a:r>
              <a:rPr b="1" lang="en" sz="1100">
                <a:solidFill>
                  <a:schemeClr val="dk2"/>
                </a:solidFill>
                <a:uFill>
                  <a:noFill/>
                </a:uFill>
                <a:latin typeface="Montserrat"/>
                <a:ea typeface="Montserrat"/>
                <a:cs typeface="Montserrat"/>
                <a:sym typeface="Montserrat"/>
                <a:hlinkClick r:id="rId3">
                  <a:extLst>
                    <a:ext uri="{A12FA001-AC4F-418D-AE19-62706E023703}">
                      <ahyp:hlinkClr val="tx"/>
                    </a:ext>
                  </a:extLst>
                </a:hlinkClick>
              </a:rPr>
              <a:t>Flaticon</a:t>
            </a:r>
            <a:r>
              <a:rPr lang="en" sz="1100">
                <a:solidFill>
                  <a:schemeClr val="dk2"/>
                </a:solidFill>
                <a:latin typeface="Montserrat"/>
                <a:ea typeface="Montserrat"/>
                <a:cs typeface="Montserrat"/>
                <a:sym typeface="Montserrat"/>
              </a:rPr>
              <a:t>, infographics &amp; images by </a:t>
            </a:r>
            <a:r>
              <a:rPr b="1" lang="en" sz="1100">
                <a:solidFill>
                  <a:schemeClr val="dk2"/>
                </a:solidFill>
                <a:uFill>
                  <a:noFill/>
                </a:uFill>
                <a:latin typeface="Montserrat"/>
                <a:ea typeface="Montserrat"/>
                <a:cs typeface="Montserrat"/>
                <a:sym typeface="Montserrat"/>
                <a:hlinkClick r:id="rId4">
                  <a:extLst>
                    <a:ext uri="{A12FA001-AC4F-418D-AE19-62706E023703}">
                      <ahyp:hlinkClr val="tx"/>
                    </a:ext>
                  </a:extLst>
                </a:hlinkClick>
              </a:rPr>
              <a:t>Freepik</a:t>
            </a:r>
            <a:endParaRPr b="1" sz="1100">
              <a:solidFill>
                <a:schemeClr val="dk2"/>
              </a:solidFill>
              <a:latin typeface="Montserrat"/>
              <a:ea typeface="Montserrat"/>
              <a:cs typeface="Montserrat"/>
              <a:sym typeface="Montserrat"/>
            </a:endParaRPr>
          </a:p>
        </p:txBody>
      </p:sp>
      <p:cxnSp>
        <p:nvCxnSpPr>
          <p:cNvPr id="451" name="Google Shape;451;p50"/>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52" name="Google Shape;452;p50"/>
          <p:cNvCxnSpPr/>
          <p:nvPr/>
        </p:nvCxnSpPr>
        <p:spPr>
          <a:xfrm>
            <a:off x="-257975" y="3935375"/>
            <a:ext cx="3047400" cy="13464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453" name="Google Shape;453;p50"/>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54" name="Google Shape;454;p50"/>
          <p:cNvCxnSpPr/>
          <p:nvPr/>
        </p:nvCxnSpPr>
        <p:spPr>
          <a:xfrm>
            <a:off x="6467450" y="-72550"/>
            <a:ext cx="3047400" cy="13464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10">
    <p:spTree>
      <p:nvGrpSpPr>
        <p:cNvPr id="455" name="Shape 455"/>
        <p:cNvGrpSpPr/>
        <p:nvPr/>
      </p:nvGrpSpPr>
      <p:grpSpPr>
        <a:xfrm>
          <a:off x="0" y="0"/>
          <a:ext cx="0" cy="0"/>
          <a:chOff x="0" y="0"/>
          <a:chExt cx="0" cy="0"/>
        </a:xfrm>
      </p:grpSpPr>
      <p:cxnSp>
        <p:nvCxnSpPr>
          <p:cNvPr id="456" name="Google Shape;456;p51"/>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57" name="Google Shape;457;p51"/>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10_1">
    <p:spTree>
      <p:nvGrpSpPr>
        <p:cNvPr id="458" name="Shape 458"/>
        <p:cNvGrpSpPr/>
        <p:nvPr/>
      </p:nvGrpSpPr>
      <p:grpSpPr>
        <a:xfrm>
          <a:off x="0" y="0"/>
          <a:ext cx="0" cy="0"/>
          <a:chOff x="0" y="0"/>
          <a:chExt cx="0" cy="0"/>
        </a:xfrm>
      </p:grpSpPr>
      <p:cxnSp>
        <p:nvCxnSpPr>
          <p:cNvPr id="459" name="Google Shape;459;p52"/>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60" name="Google Shape;460;p52"/>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61" name="Google Shape;461;p52"/>
          <p:cNvCxnSpPr/>
          <p:nvPr/>
        </p:nvCxnSpPr>
        <p:spPr>
          <a:xfrm>
            <a:off x="7434175" y="-125600"/>
            <a:ext cx="1993200" cy="13302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462" name="Google Shape;462;p52"/>
          <p:cNvCxnSpPr/>
          <p:nvPr/>
        </p:nvCxnSpPr>
        <p:spPr>
          <a:xfrm>
            <a:off x="-147275" y="3943475"/>
            <a:ext cx="1993200" cy="13302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2">
  <p:cSld name="CUSTOM_10_1_1">
    <p:spTree>
      <p:nvGrpSpPr>
        <p:cNvPr id="463" name="Shape 463"/>
        <p:cNvGrpSpPr/>
        <p:nvPr/>
      </p:nvGrpSpPr>
      <p:grpSpPr>
        <a:xfrm>
          <a:off x="0" y="0"/>
          <a:ext cx="0" cy="0"/>
          <a:chOff x="0" y="0"/>
          <a:chExt cx="0" cy="0"/>
        </a:xfrm>
      </p:grpSpPr>
      <p:cxnSp>
        <p:nvCxnSpPr>
          <p:cNvPr id="464" name="Google Shape;464;p53"/>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65" name="Google Shape;465;p53"/>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66" name="Google Shape;466;p53"/>
          <p:cNvCxnSpPr/>
          <p:nvPr/>
        </p:nvCxnSpPr>
        <p:spPr>
          <a:xfrm flipH="1">
            <a:off x="6772150" y="3663450"/>
            <a:ext cx="2823300" cy="16332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3">
  <p:cSld name="CUSTOM_30">
    <p:spTree>
      <p:nvGrpSpPr>
        <p:cNvPr id="467" name="Shape 467"/>
        <p:cNvGrpSpPr/>
        <p:nvPr/>
      </p:nvGrpSpPr>
      <p:grpSpPr>
        <a:xfrm>
          <a:off x="0" y="0"/>
          <a:ext cx="0" cy="0"/>
          <a:chOff x="0" y="0"/>
          <a:chExt cx="0" cy="0"/>
        </a:xfrm>
      </p:grpSpPr>
      <p:cxnSp>
        <p:nvCxnSpPr>
          <p:cNvPr id="468" name="Google Shape;468;p54"/>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69" name="Google Shape;469;p54"/>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70" name="Google Shape;470;p54"/>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471" name="Google Shape;471;p54"/>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472" name="Google Shape;472;p54"/>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473" name="Google Shape;473;p54"/>
          <p:cNvCxnSpPr/>
          <p:nvPr/>
        </p:nvCxnSpPr>
        <p:spPr>
          <a:xfrm flipH="1">
            <a:off x="-237137" y="-71162"/>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9" Type="http://schemas.openxmlformats.org/officeDocument/2006/relationships/slideLayout" Target="../slideLayouts/slideLayout4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9" Type="http://schemas.openxmlformats.org/officeDocument/2006/relationships/slideLayout" Target="../slideLayouts/slideLayout29.xml"/><Relationship Id="rId51" Type="http://schemas.openxmlformats.org/officeDocument/2006/relationships/slideLayout" Target="../slideLayouts/slideLayout51.xml"/><Relationship Id="rId50" Type="http://schemas.openxmlformats.org/officeDocument/2006/relationships/slideLayout" Target="../slideLayouts/slideLayout50.xml"/><Relationship Id="rId53" Type="http://schemas.openxmlformats.org/officeDocument/2006/relationships/slideLayout" Target="../slideLayouts/slideLayout53.xml"/><Relationship Id="rId52" Type="http://schemas.openxmlformats.org/officeDocument/2006/relationships/slideLayout" Target="../slideLayouts/slideLayout5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54"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000"/>
              <a:buFont typeface="Vidaloka"/>
              <a:buNone/>
              <a:defRPr sz="3000">
                <a:solidFill>
                  <a:schemeClr val="dk1"/>
                </a:solidFill>
                <a:latin typeface="Vidaloka"/>
                <a:ea typeface="Vidaloka"/>
                <a:cs typeface="Vidaloka"/>
                <a:sym typeface="Vidaloka"/>
              </a:defRPr>
            </a:lvl1pPr>
            <a:lvl2pPr lvl="1">
              <a:spcBef>
                <a:spcPts val="0"/>
              </a:spcBef>
              <a:spcAft>
                <a:spcPts val="0"/>
              </a:spcAft>
              <a:buClr>
                <a:schemeClr val="dk1"/>
              </a:buClr>
              <a:buSzPts val="3000"/>
              <a:buNone/>
              <a:defRPr i="1" sz="3000">
                <a:solidFill>
                  <a:schemeClr val="dk1"/>
                </a:solidFill>
              </a:defRPr>
            </a:lvl2pPr>
            <a:lvl3pPr lvl="2">
              <a:spcBef>
                <a:spcPts val="0"/>
              </a:spcBef>
              <a:spcAft>
                <a:spcPts val="0"/>
              </a:spcAft>
              <a:buClr>
                <a:schemeClr val="dk1"/>
              </a:buClr>
              <a:buSzPts val="3000"/>
              <a:buNone/>
              <a:defRPr i="1" sz="3000">
                <a:solidFill>
                  <a:schemeClr val="dk1"/>
                </a:solidFill>
              </a:defRPr>
            </a:lvl3pPr>
            <a:lvl4pPr lvl="3">
              <a:spcBef>
                <a:spcPts val="0"/>
              </a:spcBef>
              <a:spcAft>
                <a:spcPts val="0"/>
              </a:spcAft>
              <a:buClr>
                <a:schemeClr val="dk1"/>
              </a:buClr>
              <a:buSzPts val="3000"/>
              <a:buNone/>
              <a:defRPr i="1" sz="3000">
                <a:solidFill>
                  <a:schemeClr val="dk1"/>
                </a:solidFill>
              </a:defRPr>
            </a:lvl4pPr>
            <a:lvl5pPr lvl="4">
              <a:spcBef>
                <a:spcPts val="0"/>
              </a:spcBef>
              <a:spcAft>
                <a:spcPts val="0"/>
              </a:spcAft>
              <a:buClr>
                <a:schemeClr val="dk1"/>
              </a:buClr>
              <a:buSzPts val="3000"/>
              <a:buNone/>
              <a:defRPr i="1" sz="3000">
                <a:solidFill>
                  <a:schemeClr val="dk1"/>
                </a:solidFill>
              </a:defRPr>
            </a:lvl5pPr>
            <a:lvl6pPr lvl="5">
              <a:spcBef>
                <a:spcPts val="0"/>
              </a:spcBef>
              <a:spcAft>
                <a:spcPts val="0"/>
              </a:spcAft>
              <a:buClr>
                <a:schemeClr val="dk1"/>
              </a:buClr>
              <a:buSzPts val="3000"/>
              <a:buNone/>
              <a:defRPr i="1" sz="3000">
                <a:solidFill>
                  <a:schemeClr val="dk1"/>
                </a:solidFill>
              </a:defRPr>
            </a:lvl6pPr>
            <a:lvl7pPr lvl="6">
              <a:spcBef>
                <a:spcPts val="0"/>
              </a:spcBef>
              <a:spcAft>
                <a:spcPts val="0"/>
              </a:spcAft>
              <a:buClr>
                <a:schemeClr val="dk1"/>
              </a:buClr>
              <a:buSzPts val="3000"/>
              <a:buNone/>
              <a:defRPr i="1" sz="3000">
                <a:solidFill>
                  <a:schemeClr val="dk1"/>
                </a:solidFill>
              </a:defRPr>
            </a:lvl7pPr>
            <a:lvl8pPr lvl="7">
              <a:spcBef>
                <a:spcPts val="0"/>
              </a:spcBef>
              <a:spcAft>
                <a:spcPts val="0"/>
              </a:spcAft>
              <a:buClr>
                <a:schemeClr val="dk1"/>
              </a:buClr>
              <a:buSzPts val="3000"/>
              <a:buNone/>
              <a:defRPr i="1" sz="3000">
                <a:solidFill>
                  <a:schemeClr val="dk1"/>
                </a:solidFill>
              </a:defRPr>
            </a:lvl8pPr>
            <a:lvl9pPr lvl="8">
              <a:spcBef>
                <a:spcPts val="0"/>
              </a:spcBef>
              <a:spcAft>
                <a:spcPts val="0"/>
              </a:spcAft>
              <a:buClr>
                <a:schemeClr val="dk1"/>
              </a:buClr>
              <a:buSzPts val="3000"/>
              <a:buNone/>
              <a:defRPr i="1" sz="3000">
                <a:solidFill>
                  <a:schemeClr val="dk1"/>
                </a:solidFill>
              </a:defRPr>
            </a:lvl9pPr>
          </a:lstStyle>
          <a:p/>
        </p:txBody>
      </p:sp>
      <p:sp>
        <p:nvSpPr>
          <p:cNvPr id="7" name="Google Shape;7;p1"/>
          <p:cNvSpPr txBox="1"/>
          <p:nvPr>
            <p:ph idx="1" type="body"/>
          </p:nvPr>
        </p:nvSpPr>
        <p:spPr>
          <a:xfrm>
            <a:off x="713250" y="1152475"/>
            <a:ext cx="77175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Font typeface="Montserrat"/>
              <a:buChar char="●"/>
              <a:defRPr sz="1800">
                <a:solidFill>
                  <a:schemeClr val="dk2"/>
                </a:solidFill>
                <a:latin typeface="Montserrat"/>
                <a:ea typeface="Montserrat"/>
                <a:cs typeface="Montserrat"/>
                <a:sym typeface="Montserrat"/>
              </a:defRPr>
            </a:lvl1pPr>
            <a:lvl2pPr indent="-317500" lvl="1" marL="9144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2pPr>
            <a:lvl3pPr indent="-317500" lvl="2" marL="13716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3pPr>
            <a:lvl4pPr indent="-317500" lvl="3" marL="18288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4pPr>
            <a:lvl5pPr indent="-317500" lvl="4" marL="22860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5pPr>
            <a:lvl6pPr indent="-317500" lvl="5" marL="27432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6pPr>
            <a:lvl7pPr indent="-317500" lvl="6" marL="32004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7pPr>
            <a:lvl8pPr indent="-317500" lvl="7" marL="36576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8pPr>
            <a:lvl9pPr indent="-317500" lvl="8" marL="41148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 id="2147483697" r:id="rId50"/>
    <p:sldLayoutId id="2147483698" r:id="rId51"/>
    <p:sldLayoutId id="2147483699" r:id="rId52"/>
    <p:sldLayoutId id="2147483700" r:id="rId5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 Id="rId3" Type="http://schemas.openxmlformats.org/officeDocument/2006/relationships/image" Target="../media/image8.png"/><Relationship Id="rId4" Type="http://schemas.openxmlformats.org/officeDocument/2006/relationships/image" Target="../media/image1.png"/><Relationship Id="rId5"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8.xml"/><Relationship Id="rId3" Type="http://schemas.openxmlformats.org/officeDocument/2006/relationships/image" Target="../media/image13.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6.png"/><Relationship Id="rId4" Type="http://schemas.openxmlformats.org/officeDocument/2006/relationships/image" Target="../media/image12.png"/><Relationship Id="rId5"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10.xml"/><Relationship Id="rId3"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55"/>
          <p:cNvSpPr txBox="1"/>
          <p:nvPr>
            <p:ph type="ctrTitle"/>
          </p:nvPr>
        </p:nvSpPr>
        <p:spPr>
          <a:xfrm>
            <a:off x="1039975" y="1324500"/>
            <a:ext cx="73275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5700"/>
              <a:t>Topic 2: Enhancing the stock Robo advisor</a:t>
            </a:r>
            <a:endParaRPr sz="5700"/>
          </a:p>
        </p:txBody>
      </p:sp>
      <p:sp>
        <p:nvSpPr>
          <p:cNvPr id="479" name="Google Shape;479;p55"/>
          <p:cNvSpPr txBox="1"/>
          <p:nvPr>
            <p:ph idx="1" type="subTitle"/>
          </p:nvPr>
        </p:nvSpPr>
        <p:spPr>
          <a:xfrm>
            <a:off x="1040000" y="3377100"/>
            <a:ext cx="7064100" cy="441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solidFill>
                  <a:schemeClr val="dk1"/>
                </a:solidFill>
              </a:rPr>
              <a:t>By Team 5</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478"/>
                                        </p:tgtEl>
                                        <p:attrNameLst>
                                          <p:attrName>style.visibility</p:attrName>
                                        </p:attrNameLst>
                                      </p:cBhvr>
                                      <p:to>
                                        <p:strVal val="visible"/>
                                      </p:to>
                                    </p:set>
                                    <p:anim calcmode="lin" valueType="num">
                                      <p:cBhvr additive="base">
                                        <p:cTn dur="1000"/>
                                        <p:tgtEl>
                                          <p:spTgt spid="478"/>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4">
                                  <p:stCondLst>
                                    <p:cond delay="0"/>
                                  </p:stCondLst>
                                  <p:childTnLst>
                                    <p:set>
                                      <p:cBhvr>
                                        <p:cTn dur="1" fill="hold">
                                          <p:stCondLst>
                                            <p:cond delay="0"/>
                                          </p:stCondLst>
                                        </p:cTn>
                                        <p:tgtEl>
                                          <p:spTgt spid="479"/>
                                        </p:tgtEl>
                                        <p:attrNameLst>
                                          <p:attrName>style.visibility</p:attrName>
                                        </p:attrNameLst>
                                      </p:cBhvr>
                                      <p:to>
                                        <p:strVal val="visible"/>
                                      </p:to>
                                    </p:set>
                                    <p:anim calcmode="lin" valueType="num">
                                      <p:cBhvr additive="base">
                                        <p:cTn dur="1000"/>
                                        <p:tgtEl>
                                          <p:spTgt spid="479"/>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sp>
        <p:nvSpPr>
          <p:cNvPr id="484" name="Google Shape;484;p56"/>
          <p:cNvSpPr txBox="1"/>
          <p:nvPr>
            <p:ph type="title"/>
          </p:nvPr>
        </p:nvSpPr>
        <p:spPr>
          <a:xfrm>
            <a:off x="713225" y="445025"/>
            <a:ext cx="77175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Overview of Original Model</a:t>
            </a:r>
            <a:endParaRPr/>
          </a:p>
        </p:txBody>
      </p:sp>
      <p:pic>
        <p:nvPicPr>
          <p:cNvPr id="485" name="Google Shape;485;p56"/>
          <p:cNvPicPr preferRelativeResize="0"/>
          <p:nvPr/>
        </p:nvPicPr>
        <p:blipFill>
          <a:blip r:embed="rId3">
            <a:alphaModFix/>
          </a:blip>
          <a:stretch>
            <a:fillRect/>
          </a:stretch>
        </p:blipFill>
        <p:spPr>
          <a:xfrm>
            <a:off x="186900" y="1308325"/>
            <a:ext cx="3473674" cy="2833400"/>
          </a:xfrm>
          <a:prstGeom prst="rect">
            <a:avLst/>
          </a:prstGeom>
          <a:noFill/>
          <a:ln>
            <a:noFill/>
          </a:ln>
        </p:spPr>
      </p:pic>
      <p:pic>
        <p:nvPicPr>
          <p:cNvPr id="486" name="Google Shape;486;p56"/>
          <p:cNvPicPr preferRelativeResize="0"/>
          <p:nvPr/>
        </p:nvPicPr>
        <p:blipFill>
          <a:blip r:embed="rId4">
            <a:alphaModFix/>
          </a:blip>
          <a:stretch>
            <a:fillRect/>
          </a:stretch>
        </p:blipFill>
        <p:spPr>
          <a:xfrm>
            <a:off x="3753175" y="1128900"/>
            <a:ext cx="4255551" cy="1717500"/>
          </a:xfrm>
          <a:prstGeom prst="rect">
            <a:avLst/>
          </a:prstGeom>
          <a:noFill/>
          <a:ln>
            <a:noFill/>
          </a:ln>
        </p:spPr>
      </p:pic>
      <p:pic>
        <p:nvPicPr>
          <p:cNvPr id="487" name="Google Shape;487;p56"/>
          <p:cNvPicPr preferRelativeResize="0"/>
          <p:nvPr/>
        </p:nvPicPr>
        <p:blipFill>
          <a:blip r:embed="rId5">
            <a:alphaModFix/>
          </a:blip>
          <a:stretch>
            <a:fillRect/>
          </a:stretch>
        </p:blipFill>
        <p:spPr>
          <a:xfrm>
            <a:off x="3753174" y="2957575"/>
            <a:ext cx="4149416" cy="1619425"/>
          </a:xfrm>
          <a:prstGeom prst="rect">
            <a:avLst/>
          </a:prstGeom>
          <a:noFill/>
          <a:ln>
            <a:noFill/>
          </a:ln>
        </p:spPr>
      </p:pic>
      <p:sp>
        <p:nvSpPr>
          <p:cNvPr id="488" name="Google Shape;488;p56"/>
          <p:cNvSpPr txBox="1"/>
          <p:nvPr/>
        </p:nvSpPr>
        <p:spPr>
          <a:xfrm>
            <a:off x="1060188" y="4141725"/>
            <a:ext cx="17271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dk2"/>
                </a:solidFill>
                <a:latin typeface="Montserrat"/>
                <a:ea typeface="Montserrat"/>
                <a:cs typeface="Montserrat"/>
                <a:sym typeface="Montserrat"/>
              </a:rPr>
              <a:t>AAPL</a:t>
            </a:r>
            <a:r>
              <a:rPr lang="en" sz="1300">
                <a:solidFill>
                  <a:schemeClr val="dk2"/>
                </a:solidFill>
                <a:latin typeface="Montserrat"/>
                <a:ea typeface="Montserrat"/>
                <a:cs typeface="Montserrat"/>
                <a:sym typeface="Montserrat"/>
              </a:rPr>
              <a:t> MAPE: 0.15%</a:t>
            </a:r>
            <a:br>
              <a:rPr lang="en" sz="1300">
                <a:solidFill>
                  <a:schemeClr val="dk2"/>
                </a:solidFill>
                <a:latin typeface="Montserrat"/>
                <a:ea typeface="Montserrat"/>
                <a:cs typeface="Montserrat"/>
                <a:sym typeface="Montserrat"/>
              </a:rPr>
            </a:br>
            <a:r>
              <a:rPr lang="en" sz="1300">
                <a:solidFill>
                  <a:schemeClr val="dk2"/>
                </a:solidFill>
                <a:latin typeface="Montserrat"/>
                <a:ea typeface="Montserrat"/>
                <a:cs typeface="Montserrat"/>
                <a:sym typeface="Montserrat"/>
              </a:rPr>
              <a:t>TSLA MAPE: 0.42%</a:t>
            </a:r>
            <a:endParaRPr sz="1300">
              <a:solidFill>
                <a:schemeClr val="dk2"/>
              </a:solidFill>
              <a:latin typeface="Montserrat"/>
              <a:ea typeface="Montserrat"/>
              <a:cs typeface="Montserrat"/>
              <a:sym typeface="Montserrat"/>
            </a:endParaRPr>
          </a:p>
        </p:txBody>
      </p:sp>
      <p:sp>
        <p:nvSpPr>
          <p:cNvPr id="489" name="Google Shape;489;p56"/>
          <p:cNvSpPr txBox="1"/>
          <p:nvPr/>
        </p:nvSpPr>
        <p:spPr>
          <a:xfrm>
            <a:off x="7923000" y="2893225"/>
            <a:ext cx="12933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dk2"/>
                </a:solidFill>
                <a:latin typeface="Montserrat"/>
                <a:ea typeface="Montserrat"/>
                <a:cs typeface="Montserrat"/>
                <a:sym typeface="Montserrat"/>
              </a:rPr>
              <a:t>AMZN MAPE: 0.18%</a:t>
            </a:r>
            <a:endParaRPr sz="1300">
              <a:solidFill>
                <a:schemeClr val="dk2"/>
              </a:solidFill>
              <a:latin typeface="Montserrat"/>
              <a:ea typeface="Montserrat"/>
              <a:cs typeface="Montserrat"/>
              <a:sym typeface="Montserrat"/>
            </a:endParaRPr>
          </a:p>
        </p:txBody>
      </p:sp>
      <p:sp>
        <p:nvSpPr>
          <p:cNvPr id="490" name="Google Shape;490;p56"/>
          <p:cNvSpPr txBox="1"/>
          <p:nvPr/>
        </p:nvSpPr>
        <p:spPr>
          <a:xfrm>
            <a:off x="7947000" y="1308325"/>
            <a:ext cx="12453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dk1"/>
                </a:solidFill>
                <a:latin typeface="Montserrat"/>
                <a:ea typeface="Montserrat"/>
                <a:cs typeface="Montserrat"/>
                <a:sym typeface="Montserrat"/>
              </a:rPr>
              <a:t>MSTF MAPE: 0.27%</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pic>
        <p:nvPicPr>
          <p:cNvPr id="495" name="Google Shape;495;p57"/>
          <p:cNvPicPr preferRelativeResize="0"/>
          <p:nvPr/>
        </p:nvPicPr>
        <p:blipFill>
          <a:blip r:embed="rId3">
            <a:alphaModFix/>
          </a:blip>
          <a:stretch>
            <a:fillRect/>
          </a:stretch>
        </p:blipFill>
        <p:spPr>
          <a:xfrm>
            <a:off x="291450" y="1659675"/>
            <a:ext cx="3772726" cy="2942850"/>
          </a:xfrm>
          <a:prstGeom prst="rect">
            <a:avLst/>
          </a:prstGeom>
          <a:noFill/>
          <a:ln>
            <a:noFill/>
          </a:ln>
        </p:spPr>
      </p:pic>
      <p:sp>
        <p:nvSpPr>
          <p:cNvPr id="496" name="Google Shape;496;p57"/>
          <p:cNvSpPr txBox="1"/>
          <p:nvPr>
            <p:ph idx="21" type="title"/>
          </p:nvPr>
        </p:nvSpPr>
        <p:spPr>
          <a:xfrm>
            <a:off x="1476900" y="303000"/>
            <a:ext cx="61902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Model Enhancement</a:t>
            </a:r>
            <a:endParaRPr/>
          </a:p>
        </p:txBody>
      </p:sp>
      <p:sp>
        <p:nvSpPr>
          <p:cNvPr id="497" name="Google Shape;497;p57"/>
          <p:cNvSpPr txBox="1"/>
          <p:nvPr/>
        </p:nvSpPr>
        <p:spPr>
          <a:xfrm>
            <a:off x="393363" y="941975"/>
            <a:ext cx="3670800" cy="538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dk2"/>
                </a:solidFill>
                <a:latin typeface="Montserrat"/>
                <a:ea typeface="Montserrat"/>
                <a:cs typeface="Montserrat"/>
                <a:sym typeface="Montserrat"/>
              </a:rPr>
              <a:t>Apple Graphs:</a:t>
            </a:r>
            <a:endParaRPr sz="1800">
              <a:solidFill>
                <a:schemeClr val="dk2"/>
              </a:solidFill>
              <a:latin typeface="Montserrat"/>
              <a:ea typeface="Montserrat"/>
              <a:cs typeface="Montserrat"/>
              <a:sym typeface="Montserrat"/>
            </a:endParaRPr>
          </a:p>
        </p:txBody>
      </p:sp>
      <p:sp>
        <p:nvSpPr>
          <p:cNvPr id="498" name="Google Shape;498;p57"/>
          <p:cNvSpPr txBox="1"/>
          <p:nvPr/>
        </p:nvSpPr>
        <p:spPr>
          <a:xfrm>
            <a:off x="5023413" y="908838"/>
            <a:ext cx="3670800" cy="538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dk2"/>
                </a:solidFill>
                <a:latin typeface="Montserrat"/>
                <a:ea typeface="Montserrat"/>
                <a:cs typeface="Montserrat"/>
                <a:sym typeface="Montserrat"/>
              </a:rPr>
              <a:t>Tesla </a:t>
            </a:r>
            <a:r>
              <a:rPr lang="en" sz="1800">
                <a:solidFill>
                  <a:schemeClr val="dk2"/>
                </a:solidFill>
                <a:latin typeface="Montserrat"/>
                <a:ea typeface="Montserrat"/>
                <a:cs typeface="Montserrat"/>
                <a:sym typeface="Montserrat"/>
              </a:rPr>
              <a:t>Graphs:</a:t>
            </a:r>
            <a:endParaRPr sz="1800">
              <a:solidFill>
                <a:schemeClr val="dk2"/>
              </a:solidFill>
              <a:latin typeface="Montserrat"/>
              <a:ea typeface="Montserrat"/>
              <a:cs typeface="Montserrat"/>
              <a:sym typeface="Montserrat"/>
            </a:endParaRPr>
          </a:p>
        </p:txBody>
      </p:sp>
      <p:sp>
        <p:nvSpPr>
          <p:cNvPr id="499" name="Google Shape;499;p57"/>
          <p:cNvSpPr txBox="1"/>
          <p:nvPr/>
        </p:nvSpPr>
        <p:spPr>
          <a:xfrm>
            <a:off x="2078975" y="1854050"/>
            <a:ext cx="18087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dk2"/>
                </a:solidFill>
                <a:latin typeface="Montserrat"/>
                <a:ea typeface="Montserrat"/>
                <a:cs typeface="Montserrat"/>
                <a:sym typeface="Montserrat"/>
              </a:rPr>
              <a:t>ARIMA MAPE: 1.31%</a:t>
            </a:r>
            <a:br>
              <a:rPr lang="en" sz="1300">
                <a:solidFill>
                  <a:schemeClr val="dk2"/>
                </a:solidFill>
                <a:latin typeface="Montserrat"/>
                <a:ea typeface="Montserrat"/>
                <a:cs typeface="Montserrat"/>
                <a:sym typeface="Montserrat"/>
              </a:rPr>
            </a:br>
            <a:r>
              <a:rPr lang="en" sz="1300">
                <a:solidFill>
                  <a:schemeClr val="dk2"/>
                </a:solidFill>
                <a:latin typeface="Montserrat"/>
                <a:ea typeface="Montserrat"/>
                <a:cs typeface="Montserrat"/>
                <a:sym typeface="Montserrat"/>
              </a:rPr>
              <a:t>LSTM MAPE: 2.56%</a:t>
            </a:r>
            <a:endParaRPr sz="1300">
              <a:solidFill>
                <a:schemeClr val="dk2"/>
              </a:solidFill>
              <a:latin typeface="Montserrat"/>
              <a:ea typeface="Montserrat"/>
              <a:cs typeface="Montserrat"/>
              <a:sym typeface="Montserrat"/>
            </a:endParaRPr>
          </a:p>
        </p:txBody>
      </p:sp>
      <p:pic>
        <p:nvPicPr>
          <p:cNvPr id="500" name="Google Shape;500;p57"/>
          <p:cNvPicPr preferRelativeResize="0"/>
          <p:nvPr/>
        </p:nvPicPr>
        <p:blipFill>
          <a:blip r:embed="rId4">
            <a:alphaModFix/>
          </a:blip>
          <a:stretch>
            <a:fillRect/>
          </a:stretch>
        </p:blipFill>
        <p:spPr>
          <a:xfrm>
            <a:off x="4743950" y="1659675"/>
            <a:ext cx="4229737" cy="2942851"/>
          </a:xfrm>
          <a:prstGeom prst="rect">
            <a:avLst/>
          </a:prstGeom>
          <a:noFill/>
          <a:ln>
            <a:noFill/>
          </a:ln>
        </p:spPr>
      </p:pic>
      <p:sp>
        <p:nvSpPr>
          <p:cNvPr id="501" name="Google Shape;501;p57"/>
          <p:cNvSpPr txBox="1"/>
          <p:nvPr/>
        </p:nvSpPr>
        <p:spPr>
          <a:xfrm>
            <a:off x="6683550" y="1854050"/>
            <a:ext cx="20106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dk2"/>
                </a:solidFill>
                <a:latin typeface="Montserrat"/>
                <a:ea typeface="Montserrat"/>
                <a:cs typeface="Montserrat"/>
                <a:sym typeface="Montserrat"/>
              </a:rPr>
              <a:t>ARIMA MAPE: 2.78%</a:t>
            </a:r>
            <a:br>
              <a:rPr lang="en" sz="1300">
                <a:solidFill>
                  <a:schemeClr val="dk2"/>
                </a:solidFill>
                <a:latin typeface="Montserrat"/>
                <a:ea typeface="Montserrat"/>
                <a:cs typeface="Montserrat"/>
                <a:sym typeface="Montserrat"/>
              </a:rPr>
            </a:br>
            <a:r>
              <a:rPr lang="en" sz="1300">
                <a:solidFill>
                  <a:schemeClr val="dk2"/>
                </a:solidFill>
                <a:latin typeface="Montserrat"/>
                <a:ea typeface="Montserrat"/>
                <a:cs typeface="Montserrat"/>
                <a:sym typeface="Montserrat"/>
              </a:rPr>
              <a:t>LSTM MAPE: 5.69%</a:t>
            </a:r>
            <a:endParaRPr sz="1300">
              <a:solidFill>
                <a:schemeClr val="dk2"/>
              </a:solidFill>
              <a:latin typeface="Montserrat"/>
              <a:ea typeface="Montserrat"/>
              <a:cs typeface="Montserrat"/>
              <a:sym typeface="Montserra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sp>
        <p:nvSpPr>
          <p:cNvPr id="506" name="Google Shape;506;p58"/>
          <p:cNvSpPr txBox="1"/>
          <p:nvPr>
            <p:ph idx="4294967295" type="title"/>
          </p:nvPr>
        </p:nvSpPr>
        <p:spPr>
          <a:xfrm>
            <a:off x="1476900" y="303000"/>
            <a:ext cx="61902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Model Enhancement</a:t>
            </a:r>
            <a:endParaRPr/>
          </a:p>
        </p:txBody>
      </p:sp>
      <p:sp>
        <p:nvSpPr>
          <p:cNvPr id="507" name="Google Shape;507;p58"/>
          <p:cNvSpPr txBox="1"/>
          <p:nvPr/>
        </p:nvSpPr>
        <p:spPr>
          <a:xfrm>
            <a:off x="410763" y="1054125"/>
            <a:ext cx="3670800" cy="538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dk2"/>
                </a:solidFill>
                <a:latin typeface="Montserrat"/>
                <a:ea typeface="Montserrat"/>
                <a:cs typeface="Montserrat"/>
                <a:sym typeface="Montserrat"/>
              </a:rPr>
              <a:t>Microsoft </a:t>
            </a:r>
            <a:r>
              <a:rPr lang="en" sz="1800">
                <a:solidFill>
                  <a:schemeClr val="dk2"/>
                </a:solidFill>
                <a:latin typeface="Montserrat"/>
                <a:ea typeface="Montserrat"/>
                <a:cs typeface="Montserrat"/>
                <a:sym typeface="Montserrat"/>
              </a:rPr>
              <a:t>Graphs:</a:t>
            </a:r>
            <a:endParaRPr sz="1800">
              <a:solidFill>
                <a:schemeClr val="dk2"/>
              </a:solidFill>
              <a:latin typeface="Montserrat"/>
              <a:ea typeface="Montserrat"/>
              <a:cs typeface="Montserrat"/>
              <a:sym typeface="Montserrat"/>
            </a:endParaRPr>
          </a:p>
        </p:txBody>
      </p:sp>
      <p:sp>
        <p:nvSpPr>
          <p:cNvPr id="508" name="Google Shape;508;p58"/>
          <p:cNvSpPr txBox="1"/>
          <p:nvPr/>
        </p:nvSpPr>
        <p:spPr>
          <a:xfrm>
            <a:off x="4829088" y="1054125"/>
            <a:ext cx="3670800" cy="538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dk2"/>
                </a:solidFill>
                <a:latin typeface="Montserrat"/>
                <a:ea typeface="Montserrat"/>
                <a:cs typeface="Montserrat"/>
                <a:sym typeface="Montserrat"/>
              </a:rPr>
              <a:t>Amazon Graphs</a:t>
            </a:r>
            <a:r>
              <a:rPr lang="en" sz="1800">
                <a:solidFill>
                  <a:schemeClr val="dk2"/>
                </a:solidFill>
                <a:latin typeface="Montserrat"/>
                <a:ea typeface="Montserrat"/>
                <a:cs typeface="Montserrat"/>
                <a:sym typeface="Montserrat"/>
              </a:rPr>
              <a:t>:</a:t>
            </a:r>
            <a:endParaRPr sz="1800">
              <a:solidFill>
                <a:schemeClr val="dk2"/>
              </a:solidFill>
              <a:latin typeface="Montserrat"/>
              <a:ea typeface="Montserrat"/>
              <a:cs typeface="Montserrat"/>
              <a:sym typeface="Montserrat"/>
            </a:endParaRPr>
          </a:p>
        </p:txBody>
      </p:sp>
      <p:pic>
        <p:nvPicPr>
          <p:cNvPr id="509" name="Google Shape;509;p58"/>
          <p:cNvPicPr preferRelativeResize="0"/>
          <p:nvPr/>
        </p:nvPicPr>
        <p:blipFill>
          <a:blip r:embed="rId3">
            <a:alphaModFix/>
          </a:blip>
          <a:stretch>
            <a:fillRect/>
          </a:stretch>
        </p:blipFill>
        <p:spPr>
          <a:xfrm>
            <a:off x="132125" y="1592325"/>
            <a:ext cx="4228090" cy="3065350"/>
          </a:xfrm>
          <a:prstGeom prst="rect">
            <a:avLst/>
          </a:prstGeom>
          <a:noFill/>
          <a:ln>
            <a:noFill/>
          </a:ln>
        </p:spPr>
      </p:pic>
      <p:sp>
        <p:nvSpPr>
          <p:cNvPr id="510" name="Google Shape;510;p58"/>
          <p:cNvSpPr txBox="1"/>
          <p:nvPr/>
        </p:nvSpPr>
        <p:spPr>
          <a:xfrm>
            <a:off x="2048425" y="1771825"/>
            <a:ext cx="18318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dk2"/>
                </a:solidFill>
                <a:latin typeface="Montserrat"/>
                <a:ea typeface="Montserrat"/>
                <a:cs typeface="Montserrat"/>
                <a:sym typeface="Montserrat"/>
              </a:rPr>
              <a:t>ARIMA MAPE 1.35%</a:t>
            </a:r>
            <a:br>
              <a:rPr lang="en" sz="1300">
                <a:solidFill>
                  <a:schemeClr val="dk2"/>
                </a:solidFill>
                <a:latin typeface="Montserrat"/>
                <a:ea typeface="Montserrat"/>
                <a:cs typeface="Montserrat"/>
                <a:sym typeface="Montserrat"/>
              </a:rPr>
            </a:br>
            <a:r>
              <a:rPr lang="en" sz="1300">
                <a:solidFill>
                  <a:schemeClr val="dk2"/>
                </a:solidFill>
                <a:latin typeface="Montserrat"/>
                <a:ea typeface="Montserrat"/>
                <a:cs typeface="Montserrat"/>
                <a:sym typeface="Montserrat"/>
              </a:rPr>
              <a:t>LSTM MAPE: 2.49%</a:t>
            </a:r>
            <a:endParaRPr sz="1300">
              <a:solidFill>
                <a:schemeClr val="dk2"/>
              </a:solidFill>
              <a:latin typeface="Montserrat"/>
              <a:ea typeface="Montserrat"/>
              <a:cs typeface="Montserrat"/>
              <a:sym typeface="Montserrat"/>
            </a:endParaRPr>
          </a:p>
        </p:txBody>
      </p:sp>
      <p:pic>
        <p:nvPicPr>
          <p:cNvPr id="511" name="Google Shape;511;p58"/>
          <p:cNvPicPr preferRelativeResize="0"/>
          <p:nvPr/>
        </p:nvPicPr>
        <p:blipFill>
          <a:blip r:embed="rId4">
            <a:alphaModFix/>
          </a:blip>
          <a:stretch>
            <a:fillRect/>
          </a:stretch>
        </p:blipFill>
        <p:spPr>
          <a:xfrm>
            <a:off x="4550450" y="1592325"/>
            <a:ext cx="4228101" cy="3065350"/>
          </a:xfrm>
          <a:prstGeom prst="rect">
            <a:avLst/>
          </a:prstGeom>
          <a:noFill/>
          <a:ln>
            <a:noFill/>
          </a:ln>
        </p:spPr>
      </p:pic>
      <p:sp>
        <p:nvSpPr>
          <p:cNvPr id="512" name="Google Shape;512;p58"/>
          <p:cNvSpPr txBox="1"/>
          <p:nvPr/>
        </p:nvSpPr>
        <p:spPr>
          <a:xfrm>
            <a:off x="6394875" y="1770750"/>
            <a:ext cx="18318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dk2"/>
                </a:solidFill>
                <a:latin typeface="Montserrat"/>
                <a:ea typeface="Montserrat"/>
                <a:cs typeface="Montserrat"/>
                <a:sym typeface="Montserrat"/>
              </a:rPr>
              <a:t>ARIMA MAPE: 1.81%</a:t>
            </a:r>
            <a:br>
              <a:rPr lang="en" sz="1300">
                <a:solidFill>
                  <a:schemeClr val="dk2"/>
                </a:solidFill>
                <a:latin typeface="Montserrat"/>
                <a:ea typeface="Montserrat"/>
                <a:cs typeface="Montserrat"/>
                <a:sym typeface="Montserrat"/>
              </a:rPr>
            </a:br>
            <a:r>
              <a:rPr lang="en" sz="1300">
                <a:solidFill>
                  <a:schemeClr val="dk2"/>
                </a:solidFill>
                <a:latin typeface="Montserrat"/>
                <a:ea typeface="Montserrat"/>
                <a:cs typeface="Montserrat"/>
                <a:sym typeface="Montserrat"/>
              </a:rPr>
              <a:t>LSTM MAPE: 3.61%</a:t>
            </a:r>
            <a:endParaRPr sz="1300">
              <a:solidFill>
                <a:schemeClr val="dk2"/>
              </a:solidFill>
              <a:latin typeface="Montserrat"/>
              <a:ea typeface="Montserrat"/>
              <a:cs typeface="Montserrat"/>
              <a:sym typeface="Montserra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 name="Shape 516"/>
        <p:cNvGrpSpPr/>
        <p:nvPr/>
      </p:nvGrpSpPr>
      <p:grpSpPr>
        <a:xfrm>
          <a:off x="0" y="0"/>
          <a:ext cx="0" cy="0"/>
          <a:chOff x="0" y="0"/>
          <a:chExt cx="0" cy="0"/>
        </a:xfrm>
      </p:grpSpPr>
      <p:sp>
        <p:nvSpPr>
          <p:cNvPr id="517" name="Google Shape;517;p59"/>
          <p:cNvSpPr txBox="1"/>
          <p:nvPr>
            <p:ph idx="4294967295" type="title"/>
          </p:nvPr>
        </p:nvSpPr>
        <p:spPr>
          <a:xfrm>
            <a:off x="1476900" y="303000"/>
            <a:ext cx="61902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Model Enhancement</a:t>
            </a:r>
            <a:endParaRPr/>
          </a:p>
        </p:txBody>
      </p:sp>
      <p:sp>
        <p:nvSpPr>
          <p:cNvPr id="518" name="Google Shape;518;p59"/>
          <p:cNvSpPr txBox="1"/>
          <p:nvPr/>
        </p:nvSpPr>
        <p:spPr>
          <a:xfrm>
            <a:off x="182275" y="1124300"/>
            <a:ext cx="5379900" cy="323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sz="1100">
                <a:solidFill>
                  <a:schemeClr val="dk1"/>
                </a:solidFill>
              </a:rPr>
              <a:t>Outlier Handling (Box Plot / IQR Method)</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sz="1100">
                <a:solidFill>
                  <a:schemeClr val="dk1"/>
                </a:solidFill>
              </a:rPr>
              <a:t>Use the </a:t>
            </a:r>
            <a:r>
              <a:rPr b="1" lang="en" sz="1100">
                <a:solidFill>
                  <a:schemeClr val="dk1"/>
                </a:solidFill>
              </a:rPr>
              <a:t>Interquartile Range (IQR)</a:t>
            </a:r>
            <a:r>
              <a:rPr lang="en" sz="1100">
                <a:solidFill>
                  <a:schemeClr val="dk1"/>
                </a:solidFill>
              </a:rPr>
              <a:t> method to detect outliers.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Calculate:</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b="1" lang="en" sz="1100">
                <a:solidFill>
                  <a:schemeClr val="dk1"/>
                </a:solidFill>
              </a:rPr>
              <a:t>Q1</a:t>
            </a:r>
            <a:r>
              <a:rPr lang="en" sz="1100">
                <a:solidFill>
                  <a:schemeClr val="dk1"/>
                </a:solidFill>
              </a:rPr>
              <a:t> = 25th percentile</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b="1" lang="en" sz="1100">
                <a:solidFill>
                  <a:schemeClr val="dk1"/>
                </a:solidFill>
              </a:rPr>
              <a:t>Q3</a:t>
            </a:r>
            <a:r>
              <a:rPr lang="en" sz="1100">
                <a:solidFill>
                  <a:schemeClr val="dk1"/>
                </a:solidFill>
              </a:rPr>
              <a:t> = 75th percentile</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b="1" lang="en" sz="1100">
                <a:solidFill>
                  <a:schemeClr val="dk1"/>
                </a:solidFill>
              </a:rPr>
              <a:t>IQR = Q3 − Q1</a:t>
            </a:r>
            <a:endParaRPr b="1"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Define outlier limits:</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 sz="1100">
                <a:solidFill>
                  <a:schemeClr val="dk1"/>
                </a:solidFill>
              </a:rPr>
              <a:t>Lower Limit = </a:t>
            </a:r>
            <a:r>
              <a:rPr b="1" lang="en" sz="1100">
                <a:solidFill>
                  <a:schemeClr val="dk1"/>
                </a:solidFill>
              </a:rPr>
              <a:t>Q1 − 1.5 × IQR</a:t>
            </a:r>
            <a:endParaRPr b="1"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 sz="1100">
                <a:solidFill>
                  <a:schemeClr val="dk1"/>
                </a:solidFill>
              </a:rPr>
              <a:t>Upper Limit = </a:t>
            </a:r>
            <a:r>
              <a:rPr b="1" lang="en" sz="1100">
                <a:solidFill>
                  <a:schemeClr val="dk1"/>
                </a:solidFill>
              </a:rPr>
              <a:t>Q3 + 1.5 × IQR</a:t>
            </a:r>
            <a:endParaRPr b="1"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Remove or cap values outside these limits before training the model.</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rPr>
              <a:t>Why this helps:</a:t>
            </a:r>
            <a:endParaRPr b="1"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 sz="1100">
                <a:solidFill>
                  <a:schemeClr val="dk1"/>
                </a:solidFill>
              </a:rPr>
              <a:t>Reduces the effect of extreme price spikes.</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 sz="1100">
                <a:solidFill>
                  <a:schemeClr val="dk1"/>
                </a:solidFill>
              </a:rPr>
              <a:t>Produces cleaner and more reliable training data.</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 sz="1100">
                <a:solidFill>
                  <a:schemeClr val="dk1"/>
                </a:solidFill>
              </a:rPr>
              <a:t>Improves model accuracy and stability.</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 sz="1100">
                <a:solidFill>
                  <a:schemeClr val="dk1"/>
                </a:solidFill>
              </a:rPr>
              <a:t>Prevents the model from overfitting to unusual market events.</a:t>
            </a:r>
            <a:endParaRPr/>
          </a:p>
        </p:txBody>
      </p:sp>
      <p:sp>
        <p:nvSpPr>
          <p:cNvPr id="519" name="Google Shape;519;p59"/>
          <p:cNvSpPr txBox="1"/>
          <p:nvPr/>
        </p:nvSpPr>
        <p:spPr>
          <a:xfrm>
            <a:off x="5337875" y="1124300"/>
            <a:ext cx="3603300" cy="323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chemeClr val="dk2"/>
                </a:solidFill>
              </a:rPr>
              <a:t>Why does the “Enhanced” model have a higher MAPE? </a:t>
            </a:r>
            <a:endParaRPr b="1" sz="1100">
              <a:solidFill>
                <a:schemeClr val="dk2"/>
              </a:solidFill>
            </a:endParaRPr>
          </a:p>
          <a:p>
            <a:pPr indent="-298450" lvl="0" marL="457200" rtl="0" algn="l">
              <a:spcBef>
                <a:spcPts val="0"/>
              </a:spcBef>
              <a:spcAft>
                <a:spcPts val="0"/>
              </a:spcAft>
              <a:buClr>
                <a:schemeClr val="dk2"/>
              </a:buClr>
              <a:buSzPts val="1100"/>
              <a:buChar char="●"/>
            </a:pPr>
            <a:r>
              <a:rPr lang="en" sz="1100">
                <a:solidFill>
                  <a:schemeClr val="dk2"/>
                </a:solidFill>
              </a:rPr>
              <a:t>Enhanced model was </a:t>
            </a:r>
            <a:r>
              <a:rPr lang="en" sz="1100">
                <a:solidFill>
                  <a:schemeClr val="dk2"/>
                </a:solidFill>
              </a:rPr>
              <a:t>between</a:t>
            </a:r>
            <a:r>
              <a:rPr lang="en" sz="1100">
                <a:solidFill>
                  <a:schemeClr val="dk2"/>
                </a:solidFill>
              </a:rPr>
              <a:t> 2022-2024, but the original model was based on 2019-2023</a:t>
            </a:r>
            <a:endParaRPr sz="1100">
              <a:solidFill>
                <a:schemeClr val="dk2"/>
              </a:solidFill>
            </a:endParaRPr>
          </a:p>
          <a:p>
            <a:pPr indent="-298450" lvl="0" marL="457200" rtl="0" algn="l">
              <a:spcBef>
                <a:spcPts val="0"/>
              </a:spcBef>
              <a:spcAft>
                <a:spcPts val="0"/>
              </a:spcAft>
              <a:buClr>
                <a:schemeClr val="dk2"/>
              </a:buClr>
              <a:buSzPts val="1100"/>
              <a:buChar char="●"/>
            </a:pPr>
            <a:r>
              <a:rPr lang="en" sz="1100">
                <a:solidFill>
                  <a:schemeClr val="dk2"/>
                </a:solidFill>
              </a:rPr>
              <a:t>2019-2021 had a </a:t>
            </a:r>
            <a:r>
              <a:rPr lang="en" sz="1100">
                <a:solidFill>
                  <a:schemeClr val="dk2"/>
                </a:solidFill>
              </a:rPr>
              <a:t>relatively</a:t>
            </a:r>
            <a:r>
              <a:rPr lang="en" sz="1100">
                <a:solidFill>
                  <a:schemeClr val="dk2"/>
                </a:solidFill>
              </a:rPr>
              <a:t> smooth trend, so it made it easy for the ARIMA model to predict</a:t>
            </a:r>
            <a:endParaRPr sz="1100">
              <a:solidFill>
                <a:schemeClr val="dk2"/>
              </a:solidFill>
            </a:endParaRPr>
          </a:p>
          <a:p>
            <a:pPr indent="-298450" lvl="0" marL="457200" rtl="0" algn="l">
              <a:spcBef>
                <a:spcPts val="0"/>
              </a:spcBef>
              <a:spcAft>
                <a:spcPts val="0"/>
              </a:spcAft>
              <a:buClr>
                <a:schemeClr val="dk2"/>
              </a:buClr>
              <a:buSzPts val="1100"/>
              <a:buChar char="●"/>
            </a:pPr>
            <a:r>
              <a:rPr lang="en" sz="1100">
                <a:solidFill>
                  <a:schemeClr val="dk2"/>
                </a:solidFill>
              </a:rPr>
              <a:t>2022-2024 included massive tech crashes and subsequent volatile recovery. </a:t>
            </a:r>
            <a:endParaRPr sz="1100">
              <a:solidFill>
                <a:schemeClr val="dk2"/>
              </a:solidFill>
            </a:endParaRPr>
          </a:p>
          <a:p>
            <a:pPr indent="-298450" lvl="0" marL="457200" rtl="0" algn="l">
              <a:spcBef>
                <a:spcPts val="0"/>
              </a:spcBef>
              <a:spcAft>
                <a:spcPts val="0"/>
              </a:spcAft>
              <a:buClr>
                <a:schemeClr val="dk2"/>
              </a:buClr>
              <a:buSzPts val="1100"/>
              <a:buChar char="●"/>
            </a:pPr>
            <a:r>
              <a:rPr lang="en" sz="1100">
                <a:solidFill>
                  <a:schemeClr val="dk2"/>
                </a:solidFill>
              </a:rPr>
              <a:t>Outliers were also different because the IQR were different</a:t>
            </a:r>
            <a:endParaRPr sz="1100">
              <a:solidFill>
                <a:schemeClr val="dk2"/>
              </a:solidFill>
            </a:endParaRPr>
          </a:p>
          <a:p>
            <a:pPr indent="-298450" lvl="1" marL="914400" rtl="0" algn="l">
              <a:spcBef>
                <a:spcPts val="0"/>
              </a:spcBef>
              <a:spcAft>
                <a:spcPts val="0"/>
              </a:spcAft>
              <a:buClr>
                <a:schemeClr val="dk1"/>
              </a:buClr>
              <a:buSzPts val="1100"/>
              <a:buChar char="○"/>
            </a:pPr>
            <a:r>
              <a:rPr lang="en" sz="1100">
                <a:solidFill>
                  <a:schemeClr val="dk1"/>
                </a:solidFill>
              </a:rPr>
              <a:t>D</a:t>
            </a:r>
            <a:r>
              <a:rPr lang="en" sz="1100">
                <a:solidFill>
                  <a:schemeClr val="dk1"/>
                </a:solidFill>
              </a:rPr>
              <a:t>ifferent values were flagged as outliers which may help support the MAPE in the original model </a:t>
            </a:r>
            <a:endParaRPr sz="1100">
              <a:solidFill>
                <a:schemeClr val="dk1"/>
              </a:solidFill>
            </a:endParaRPr>
          </a:p>
          <a:p>
            <a:pPr indent="0" lvl="0" marL="0" rtl="0" algn="l">
              <a:spcBef>
                <a:spcPts val="0"/>
              </a:spcBef>
              <a:spcAft>
                <a:spcPts val="0"/>
              </a:spcAft>
              <a:buNone/>
            </a:pPr>
            <a:r>
              <a:t/>
            </a:r>
            <a:endParaRPr b="1" sz="1100">
              <a:solidFill>
                <a:schemeClr val="dk2"/>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sp>
        <p:nvSpPr>
          <p:cNvPr id="524" name="Google Shape;524;p60"/>
          <p:cNvSpPr txBox="1"/>
          <p:nvPr>
            <p:ph idx="4294967295" type="title"/>
          </p:nvPr>
        </p:nvSpPr>
        <p:spPr>
          <a:xfrm>
            <a:off x="1476900" y="303000"/>
            <a:ext cx="61902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Model Enhancement</a:t>
            </a:r>
            <a:endParaRPr/>
          </a:p>
        </p:txBody>
      </p:sp>
      <p:sp>
        <p:nvSpPr>
          <p:cNvPr id="525" name="Google Shape;525;p60"/>
          <p:cNvSpPr txBox="1"/>
          <p:nvPr/>
        </p:nvSpPr>
        <p:spPr>
          <a:xfrm>
            <a:off x="615875" y="952325"/>
            <a:ext cx="7682400" cy="3428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sz="1100">
                <a:solidFill>
                  <a:schemeClr val="dk1"/>
                </a:solidFill>
              </a:rPr>
              <a:t>Prediction Model Comparison</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sz="1100">
                <a:solidFill>
                  <a:schemeClr val="dk1"/>
                </a:solidFill>
              </a:rPr>
              <a:t>ARIMA(5,1,0):</a:t>
            </a:r>
            <a:endParaRPr b="1"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 sz="1100">
                <a:solidFill>
                  <a:schemeClr val="dk1"/>
                </a:solidFill>
              </a:rPr>
              <a:t>Suitable for short-term forecasting.</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 sz="1100">
                <a:solidFill>
                  <a:schemeClr val="dk1"/>
                </a:solidFill>
              </a:rPr>
              <a:t>Works well with linear time-series data.</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 sz="1100">
                <a:solidFill>
                  <a:schemeClr val="dk1"/>
                </a:solidFill>
              </a:rPr>
              <a:t>Simple, fast, and easy to interpret.</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rPr>
              <a:t>Neural Networks (LSTM):</a:t>
            </a:r>
            <a:endParaRPr b="1"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 sz="1100">
                <a:solidFill>
                  <a:schemeClr val="dk1"/>
                </a:solidFill>
              </a:rPr>
              <a:t>Captures complex and non-linear patterns in stock prices.</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 sz="1100">
                <a:solidFill>
                  <a:schemeClr val="dk1"/>
                </a:solidFill>
              </a:rPr>
              <a:t>Can model long-term dependencies better than ARIMA. (ARIMA was more effective in all the models however). </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 sz="1100">
                <a:solidFill>
                  <a:schemeClr val="dk1"/>
                </a:solidFill>
              </a:rPr>
              <a:t>Requires more data and computational resources.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rPr>
              <a:t>Most Suitable in theory (LSTM): </a:t>
            </a:r>
            <a:endParaRPr b="1"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 sz="1100">
                <a:solidFill>
                  <a:schemeClr val="dk1"/>
                </a:solidFill>
              </a:rPr>
              <a:t>Reasoning: Since stock prices often exhibit complex and non-linear patterns, an LSTM model is generally the most suitable for achieving higher prediction accuracy, while ARIMA serves as a strong baseline for comparison, but in the model, it was ARIMA that had the lowest MAPE. </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 sz="1100">
                <a:solidFill>
                  <a:schemeClr val="dk1"/>
                </a:solidFill>
              </a:rPr>
              <a:t>This is because I set epochs (iterations) =  10 for LSTM. I changed it to 200, and the MAPE instantly dropped from 2.56% to 1.33% for AAPL, but that took a few minutes to calculate. </a:t>
            </a:r>
            <a:endParaRPr sz="1100">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9" name="Shape 529"/>
        <p:cNvGrpSpPr/>
        <p:nvPr/>
      </p:nvGrpSpPr>
      <p:grpSpPr>
        <a:xfrm>
          <a:off x="0" y="0"/>
          <a:ext cx="0" cy="0"/>
          <a:chOff x="0" y="0"/>
          <a:chExt cx="0" cy="0"/>
        </a:xfrm>
      </p:grpSpPr>
      <p:sp>
        <p:nvSpPr>
          <p:cNvPr id="530" name="Google Shape;530;p61"/>
          <p:cNvSpPr txBox="1"/>
          <p:nvPr>
            <p:ph idx="4294967295" type="title"/>
          </p:nvPr>
        </p:nvSpPr>
        <p:spPr>
          <a:xfrm>
            <a:off x="0" y="303000"/>
            <a:ext cx="9144000" cy="646500"/>
          </a:xfrm>
          <a:prstGeom prst="rect">
            <a:avLst/>
          </a:prstGeom>
        </p:spPr>
        <p:txBody>
          <a:bodyPr anchorCtr="0" anchor="t" bIns="91425" lIns="91425" spcFirstLastPara="1" rIns="91425" wrap="square" tIns="91425">
            <a:spAutoFit/>
          </a:bodyPr>
          <a:lstStyle/>
          <a:p>
            <a:pPr indent="0" lvl="0" marL="0" rtl="0" algn="ctr">
              <a:spcBef>
                <a:spcPts val="0"/>
              </a:spcBef>
              <a:spcAft>
                <a:spcPts val="0"/>
              </a:spcAft>
              <a:buNone/>
            </a:pPr>
            <a:r>
              <a:rPr lang="en"/>
              <a:t>Findings from the data exploration part</a:t>
            </a:r>
            <a:endParaRPr/>
          </a:p>
        </p:txBody>
      </p:sp>
      <p:pic>
        <p:nvPicPr>
          <p:cNvPr id="531" name="Google Shape;531;p61" title="Screenshot 2026-07-14 at 2.19.59 PM.png"/>
          <p:cNvPicPr preferRelativeResize="0"/>
          <p:nvPr/>
        </p:nvPicPr>
        <p:blipFill>
          <a:blip r:embed="rId3">
            <a:alphaModFix/>
          </a:blip>
          <a:stretch>
            <a:fillRect/>
          </a:stretch>
        </p:blipFill>
        <p:spPr>
          <a:xfrm>
            <a:off x="152400" y="2655475"/>
            <a:ext cx="8839204" cy="2451498"/>
          </a:xfrm>
          <a:prstGeom prst="rect">
            <a:avLst/>
          </a:prstGeom>
          <a:noFill/>
          <a:ln>
            <a:noFill/>
          </a:ln>
        </p:spPr>
      </p:pic>
      <p:sp>
        <p:nvSpPr>
          <p:cNvPr id="532" name="Google Shape;532;p61"/>
          <p:cNvSpPr txBox="1"/>
          <p:nvPr/>
        </p:nvSpPr>
        <p:spPr>
          <a:xfrm>
            <a:off x="1316100" y="949500"/>
            <a:ext cx="6511800" cy="1585500"/>
          </a:xfrm>
          <a:prstGeom prst="rect">
            <a:avLst/>
          </a:prstGeom>
          <a:noFill/>
          <a:ln>
            <a:noFill/>
          </a:ln>
        </p:spPr>
        <p:txBody>
          <a:bodyPr anchorCtr="0" anchor="t" bIns="91425" lIns="91425" spcFirstLastPara="1" rIns="91425" wrap="square" tIns="91425">
            <a:spAutoFit/>
          </a:bodyPr>
          <a:lstStyle/>
          <a:p>
            <a:pPr indent="-311150" lvl="0" marL="457200" rtl="0" algn="l">
              <a:spcBef>
                <a:spcPts val="0"/>
              </a:spcBef>
              <a:spcAft>
                <a:spcPts val="0"/>
              </a:spcAft>
              <a:buClr>
                <a:schemeClr val="dk2"/>
              </a:buClr>
              <a:buSzPts val="1300"/>
              <a:buChar char="●"/>
            </a:pPr>
            <a:r>
              <a:rPr lang="en" sz="1300">
                <a:solidFill>
                  <a:schemeClr val="dk2"/>
                </a:solidFill>
              </a:rPr>
              <a:t>Calculated Annualized Return, Annualized Volatility, and Sharpe Ratio</a:t>
            </a:r>
            <a:endParaRPr sz="1300">
              <a:solidFill>
                <a:schemeClr val="dk2"/>
              </a:solidFill>
            </a:endParaRPr>
          </a:p>
          <a:p>
            <a:pPr indent="-311150" lvl="0" marL="457200" rtl="0" algn="l">
              <a:spcBef>
                <a:spcPts val="0"/>
              </a:spcBef>
              <a:spcAft>
                <a:spcPts val="0"/>
              </a:spcAft>
              <a:buClr>
                <a:schemeClr val="dk2"/>
              </a:buClr>
              <a:buSzPts val="1300"/>
              <a:buChar char="●"/>
            </a:pPr>
            <a:r>
              <a:rPr lang="en" sz="1300">
                <a:solidFill>
                  <a:schemeClr val="dk2"/>
                </a:solidFill>
              </a:rPr>
              <a:t>Most stocks had moderate annualized returns, while a few had exceptionally high or low returns.</a:t>
            </a:r>
            <a:endParaRPr sz="1300">
              <a:solidFill>
                <a:schemeClr val="dk2"/>
              </a:solidFill>
            </a:endParaRPr>
          </a:p>
          <a:p>
            <a:pPr indent="-311150" lvl="0" marL="457200" rtl="0" algn="l">
              <a:spcBef>
                <a:spcPts val="0"/>
              </a:spcBef>
              <a:spcAft>
                <a:spcPts val="0"/>
              </a:spcAft>
              <a:buClr>
                <a:schemeClr val="dk2"/>
              </a:buClr>
              <a:buSzPts val="1300"/>
              <a:buChar char="●"/>
            </a:pPr>
            <a:r>
              <a:rPr lang="en" sz="1300">
                <a:solidFill>
                  <a:schemeClr val="dk2"/>
                </a:solidFill>
              </a:rPr>
              <a:t>Annualized Volatility was concentrated at lower values, with several higher-risk outliers.</a:t>
            </a:r>
            <a:endParaRPr sz="1300">
              <a:solidFill>
                <a:schemeClr val="dk2"/>
              </a:solidFill>
            </a:endParaRPr>
          </a:p>
          <a:p>
            <a:pPr indent="-311150" lvl="0" marL="457200" rtl="0" algn="l">
              <a:spcBef>
                <a:spcPts val="0"/>
              </a:spcBef>
              <a:spcAft>
                <a:spcPts val="0"/>
              </a:spcAft>
              <a:buClr>
                <a:schemeClr val="dk2"/>
              </a:buClr>
              <a:buSzPts val="1300"/>
              <a:buChar char="●"/>
            </a:pPr>
            <a:r>
              <a:rPr lang="en" sz="1300">
                <a:solidFill>
                  <a:schemeClr val="dk2"/>
                </a:solidFill>
              </a:rPr>
              <a:t>Sharpe Ratio showed that only a small number of stocks achieved high risk-adjusted performance</a:t>
            </a:r>
            <a:endParaRPr sz="1300">
              <a:solidFill>
                <a:schemeClr val="dk2"/>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6" name="Shape 536"/>
        <p:cNvGrpSpPr/>
        <p:nvPr/>
      </p:nvGrpSpPr>
      <p:grpSpPr>
        <a:xfrm>
          <a:off x="0" y="0"/>
          <a:ext cx="0" cy="0"/>
          <a:chOff x="0" y="0"/>
          <a:chExt cx="0" cy="0"/>
        </a:xfrm>
      </p:grpSpPr>
      <p:sp>
        <p:nvSpPr>
          <p:cNvPr id="537" name="Google Shape;537;p62"/>
          <p:cNvSpPr txBox="1"/>
          <p:nvPr>
            <p:ph idx="4294967295" type="title"/>
          </p:nvPr>
        </p:nvSpPr>
        <p:spPr>
          <a:xfrm>
            <a:off x="0" y="303000"/>
            <a:ext cx="9144000" cy="646500"/>
          </a:xfrm>
          <a:prstGeom prst="rect">
            <a:avLst/>
          </a:prstGeom>
        </p:spPr>
        <p:txBody>
          <a:bodyPr anchorCtr="0" anchor="t" bIns="91425" lIns="91425" spcFirstLastPara="1" rIns="91425" wrap="square" tIns="91425">
            <a:spAutoFit/>
          </a:bodyPr>
          <a:lstStyle/>
          <a:p>
            <a:pPr indent="0" lvl="0" marL="0" rtl="0" algn="ctr">
              <a:spcBef>
                <a:spcPts val="0"/>
              </a:spcBef>
              <a:spcAft>
                <a:spcPts val="0"/>
              </a:spcAft>
              <a:buNone/>
            </a:pPr>
            <a:r>
              <a:rPr lang="en"/>
              <a:t>Findings from the data exploration part</a:t>
            </a:r>
            <a:endParaRPr/>
          </a:p>
        </p:txBody>
      </p:sp>
      <p:pic>
        <p:nvPicPr>
          <p:cNvPr id="538" name="Google Shape;538;p62" title="Screenshot 2026-07-14 at 2.20.12 PM.png"/>
          <p:cNvPicPr preferRelativeResize="0"/>
          <p:nvPr/>
        </p:nvPicPr>
        <p:blipFill>
          <a:blip r:embed="rId3">
            <a:alphaModFix/>
          </a:blip>
          <a:stretch>
            <a:fillRect/>
          </a:stretch>
        </p:blipFill>
        <p:spPr>
          <a:xfrm>
            <a:off x="0" y="2158525"/>
            <a:ext cx="4365452" cy="2984975"/>
          </a:xfrm>
          <a:prstGeom prst="rect">
            <a:avLst/>
          </a:prstGeom>
          <a:noFill/>
          <a:ln>
            <a:noFill/>
          </a:ln>
        </p:spPr>
      </p:pic>
      <p:pic>
        <p:nvPicPr>
          <p:cNvPr id="539" name="Google Shape;539;p62" title="Screenshot 2026-07-14 at 2.21.13 PM.png"/>
          <p:cNvPicPr preferRelativeResize="0"/>
          <p:nvPr/>
        </p:nvPicPr>
        <p:blipFill>
          <a:blip r:embed="rId4">
            <a:alphaModFix/>
          </a:blip>
          <a:stretch>
            <a:fillRect/>
          </a:stretch>
        </p:blipFill>
        <p:spPr>
          <a:xfrm>
            <a:off x="4465684" y="2158525"/>
            <a:ext cx="4678320" cy="2984974"/>
          </a:xfrm>
          <a:prstGeom prst="rect">
            <a:avLst/>
          </a:prstGeom>
          <a:noFill/>
          <a:ln>
            <a:noFill/>
          </a:ln>
        </p:spPr>
      </p:pic>
      <p:sp>
        <p:nvSpPr>
          <p:cNvPr id="540" name="Google Shape;540;p62"/>
          <p:cNvSpPr txBox="1"/>
          <p:nvPr/>
        </p:nvSpPr>
        <p:spPr>
          <a:xfrm>
            <a:off x="-40058" y="840200"/>
            <a:ext cx="4678200" cy="1369800"/>
          </a:xfrm>
          <a:prstGeom prst="rect">
            <a:avLst/>
          </a:prstGeom>
          <a:noFill/>
          <a:ln>
            <a:noFill/>
          </a:ln>
        </p:spPr>
        <p:txBody>
          <a:bodyPr anchorCtr="0" anchor="t" bIns="91425" lIns="91425" spcFirstLastPara="1" rIns="91425" wrap="square" tIns="91425">
            <a:spAutoFit/>
          </a:bodyPr>
          <a:lstStyle/>
          <a:p>
            <a:pPr indent="-298450" lvl="0" marL="457200" rtl="0" algn="l">
              <a:spcBef>
                <a:spcPts val="0"/>
              </a:spcBef>
              <a:spcAft>
                <a:spcPts val="0"/>
              </a:spcAft>
              <a:buClr>
                <a:schemeClr val="dk1"/>
              </a:buClr>
              <a:buSzPts val="1100"/>
              <a:buChar char="●"/>
            </a:pPr>
            <a:r>
              <a:rPr lang="en" sz="1100">
                <a:solidFill>
                  <a:schemeClr val="dk1"/>
                </a:solidFill>
              </a:rPr>
              <a:t>Annualized Return is strongly positively correlated with the Sharpe Ratio</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Annualized Volatility is weakly negatively correlated with the Sharpe Ratio</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Average Price Change is moderately positively correlated with Return and Sharpe Ratio</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Average Volume has weak correlations with the other metrics</a:t>
            </a:r>
            <a:endParaRPr sz="1100">
              <a:solidFill>
                <a:schemeClr val="dk2"/>
              </a:solidFill>
            </a:endParaRPr>
          </a:p>
        </p:txBody>
      </p:sp>
      <p:sp>
        <p:nvSpPr>
          <p:cNvPr id="541" name="Google Shape;541;p62"/>
          <p:cNvSpPr txBox="1"/>
          <p:nvPr/>
        </p:nvSpPr>
        <p:spPr>
          <a:xfrm>
            <a:off x="4198125" y="840200"/>
            <a:ext cx="4945800" cy="1369800"/>
          </a:xfrm>
          <a:prstGeom prst="rect">
            <a:avLst/>
          </a:prstGeom>
          <a:noFill/>
          <a:ln>
            <a:noFill/>
          </a:ln>
        </p:spPr>
        <p:txBody>
          <a:bodyPr anchorCtr="0" anchor="t" bIns="91425" lIns="91425" spcFirstLastPara="1" rIns="91425" wrap="square" tIns="91425">
            <a:spAutoFit/>
          </a:bodyPr>
          <a:lstStyle/>
          <a:p>
            <a:pPr indent="-298450" lvl="0" marL="457200" rtl="0" algn="l">
              <a:spcBef>
                <a:spcPts val="0"/>
              </a:spcBef>
              <a:spcAft>
                <a:spcPts val="0"/>
              </a:spcAft>
              <a:buClr>
                <a:schemeClr val="dk2"/>
              </a:buClr>
              <a:buSzPts val="1100"/>
              <a:buChar char="●"/>
            </a:pPr>
            <a:r>
              <a:rPr lang="en" sz="1100">
                <a:solidFill>
                  <a:schemeClr val="dk2"/>
                </a:solidFill>
              </a:rPr>
              <a:t>Higher annual returns generally lead to higher risk-adjusted performance (Sharpe Ratio)</a:t>
            </a:r>
            <a:endParaRPr sz="1100">
              <a:solidFill>
                <a:schemeClr val="dk2"/>
              </a:solidFill>
            </a:endParaRPr>
          </a:p>
          <a:p>
            <a:pPr indent="-298450" lvl="0" marL="457200" rtl="0" algn="l">
              <a:spcBef>
                <a:spcPts val="0"/>
              </a:spcBef>
              <a:spcAft>
                <a:spcPts val="0"/>
              </a:spcAft>
              <a:buClr>
                <a:schemeClr val="dk2"/>
              </a:buClr>
              <a:buSzPts val="1100"/>
              <a:buChar char="●"/>
            </a:pPr>
            <a:r>
              <a:rPr lang="en" sz="1100">
                <a:solidFill>
                  <a:schemeClr val="dk2"/>
                </a:solidFill>
              </a:rPr>
              <a:t>Higher volatility tends to slightly reduce risk-adjusted returns, but the relationship is weak</a:t>
            </a:r>
            <a:endParaRPr sz="1100">
              <a:solidFill>
                <a:schemeClr val="dk2"/>
              </a:solidFill>
            </a:endParaRPr>
          </a:p>
          <a:p>
            <a:pPr indent="-298450" lvl="0" marL="457200" rtl="0" algn="l">
              <a:spcBef>
                <a:spcPts val="0"/>
              </a:spcBef>
              <a:spcAft>
                <a:spcPts val="0"/>
              </a:spcAft>
              <a:buClr>
                <a:schemeClr val="dk2"/>
              </a:buClr>
              <a:buSzPts val="1100"/>
              <a:buChar char="●"/>
            </a:pPr>
            <a:r>
              <a:rPr lang="en" sz="1100">
                <a:solidFill>
                  <a:schemeClr val="dk2"/>
                </a:solidFill>
              </a:rPr>
              <a:t>Larger daily price movements are generally associated with higher returns and better risk-adjusted performance</a:t>
            </a:r>
            <a:endParaRPr sz="1100">
              <a:solidFill>
                <a:schemeClr val="dk2"/>
              </a:solidFill>
            </a:endParaRPr>
          </a:p>
          <a:p>
            <a:pPr indent="-298450" lvl="0" marL="457200" rtl="0" algn="l">
              <a:spcBef>
                <a:spcPts val="0"/>
              </a:spcBef>
              <a:spcAft>
                <a:spcPts val="0"/>
              </a:spcAft>
              <a:buClr>
                <a:schemeClr val="dk2"/>
              </a:buClr>
              <a:buSzPts val="1100"/>
              <a:buChar char="●"/>
            </a:pPr>
            <a:r>
              <a:rPr lang="en" sz="1100">
                <a:solidFill>
                  <a:schemeClr val="dk2"/>
                </a:solidFill>
              </a:rPr>
              <a:t>Trading volume has little impact</a:t>
            </a:r>
            <a:endParaRPr sz="1100">
              <a:solidFill>
                <a:schemeClr val="dk2"/>
              </a:solidFill>
            </a:endParaRPr>
          </a:p>
        </p:txBody>
      </p:sp>
      <p:sp>
        <p:nvSpPr>
          <p:cNvPr id="542" name="Google Shape;542;p62"/>
          <p:cNvSpPr txBox="1"/>
          <p:nvPr/>
        </p:nvSpPr>
        <p:spPr>
          <a:xfrm>
            <a:off x="-1610400" y="1374750"/>
            <a:ext cx="5055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latin typeface="Montserrat"/>
              <a:ea typeface="Montserrat"/>
              <a:cs typeface="Montserrat"/>
              <a:sym typeface="Montserrat"/>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6" name="Shape 546"/>
        <p:cNvGrpSpPr/>
        <p:nvPr/>
      </p:nvGrpSpPr>
      <p:grpSpPr>
        <a:xfrm>
          <a:off x="0" y="0"/>
          <a:ext cx="0" cy="0"/>
          <a:chOff x="0" y="0"/>
          <a:chExt cx="0" cy="0"/>
        </a:xfrm>
      </p:grpSpPr>
      <p:sp>
        <p:nvSpPr>
          <p:cNvPr id="547" name="Google Shape;547;p63"/>
          <p:cNvSpPr txBox="1"/>
          <p:nvPr>
            <p:ph type="title"/>
          </p:nvPr>
        </p:nvSpPr>
        <p:spPr>
          <a:xfrm>
            <a:off x="713250" y="407225"/>
            <a:ext cx="77175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Feedback on the Model</a:t>
            </a:r>
            <a:endParaRPr/>
          </a:p>
        </p:txBody>
      </p:sp>
      <p:sp>
        <p:nvSpPr>
          <p:cNvPr id="548" name="Google Shape;548;p63"/>
          <p:cNvSpPr txBox="1"/>
          <p:nvPr/>
        </p:nvSpPr>
        <p:spPr>
          <a:xfrm>
            <a:off x="0" y="1090425"/>
            <a:ext cx="5107800" cy="3156600"/>
          </a:xfrm>
          <a:prstGeom prst="rect">
            <a:avLst/>
          </a:prstGeom>
          <a:noFill/>
          <a:ln>
            <a:noFill/>
          </a:ln>
        </p:spPr>
        <p:txBody>
          <a:bodyPr anchorCtr="0" anchor="t" bIns="91425" lIns="91425" spcFirstLastPara="1" rIns="91425" wrap="square" tIns="91425">
            <a:noAutofit/>
          </a:bodyPr>
          <a:lstStyle/>
          <a:p>
            <a:pPr indent="-304800" lvl="0" marL="457200" rtl="0" algn="l">
              <a:lnSpc>
                <a:spcPct val="115000"/>
              </a:lnSpc>
              <a:spcBef>
                <a:spcPts val="0"/>
              </a:spcBef>
              <a:spcAft>
                <a:spcPts val="0"/>
              </a:spcAft>
              <a:buClr>
                <a:schemeClr val="dk2"/>
              </a:buClr>
              <a:buSzPts val="1200"/>
              <a:buChar char="●"/>
            </a:pPr>
            <a:r>
              <a:rPr b="1" lang="en" sz="1200">
                <a:solidFill>
                  <a:schemeClr val="dk2"/>
                </a:solidFill>
              </a:rPr>
              <a:t>Feedback System: </a:t>
            </a:r>
            <a:endParaRPr b="1" sz="1200">
              <a:solidFill>
                <a:schemeClr val="dk2"/>
              </a:solidFill>
            </a:endParaRPr>
          </a:p>
          <a:p>
            <a:pPr indent="-304800" lvl="1" marL="914400" rtl="0" algn="l">
              <a:lnSpc>
                <a:spcPct val="115000"/>
              </a:lnSpc>
              <a:spcBef>
                <a:spcPts val="0"/>
              </a:spcBef>
              <a:spcAft>
                <a:spcPts val="0"/>
              </a:spcAft>
              <a:buClr>
                <a:schemeClr val="dk2"/>
              </a:buClr>
              <a:buSzPts val="1200"/>
              <a:buChar char="○"/>
            </a:pPr>
            <a:r>
              <a:rPr lang="en" sz="1200">
                <a:solidFill>
                  <a:schemeClr val="dk2"/>
                </a:solidFill>
              </a:rPr>
              <a:t>Model gives user recommendations to buy, hold, or sell based on the tickers inputted</a:t>
            </a:r>
            <a:endParaRPr sz="1200">
              <a:solidFill>
                <a:schemeClr val="dk2"/>
              </a:solidFill>
            </a:endParaRPr>
          </a:p>
          <a:p>
            <a:pPr indent="-304800" lvl="1" marL="914400" rtl="0" algn="l">
              <a:lnSpc>
                <a:spcPct val="115000"/>
              </a:lnSpc>
              <a:spcBef>
                <a:spcPts val="0"/>
              </a:spcBef>
              <a:spcAft>
                <a:spcPts val="0"/>
              </a:spcAft>
              <a:buClr>
                <a:schemeClr val="dk2"/>
              </a:buClr>
              <a:buSzPts val="1200"/>
              <a:buChar char="○"/>
            </a:pPr>
            <a:r>
              <a:rPr lang="en" sz="1200">
                <a:solidFill>
                  <a:schemeClr val="dk2"/>
                </a:solidFill>
              </a:rPr>
              <a:t>User then agrees or disagrees with each recommendation</a:t>
            </a:r>
            <a:endParaRPr sz="1200">
              <a:solidFill>
                <a:schemeClr val="dk2"/>
              </a:solidFill>
            </a:endParaRPr>
          </a:p>
          <a:p>
            <a:pPr indent="-304800" lvl="0" marL="457200" rtl="0" algn="l">
              <a:spcBef>
                <a:spcPts val="0"/>
              </a:spcBef>
              <a:spcAft>
                <a:spcPts val="0"/>
              </a:spcAft>
              <a:buClr>
                <a:schemeClr val="dk2"/>
              </a:buClr>
              <a:buSzPts val="1200"/>
              <a:buChar char="●"/>
            </a:pPr>
            <a:r>
              <a:rPr b="1" lang="en" sz="1200">
                <a:solidFill>
                  <a:schemeClr val="dk2"/>
                </a:solidFill>
              </a:rPr>
              <a:t>How to improve the model based on the feedback: </a:t>
            </a:r>
            <a:endParaRPr sz="1200">
              <a:solidFill>
                <a:schemeClr val="dk2"/>
              </a:solidFill>
            </a:endParaRPr>
          </a:p>
          <a:p>
            <a:pPr indent="-304800" lvl="1" marL="914400" rtl="0" algn="l">
              <a:spcBef>
                <a:spcPts val="0"/>
              </a:spcBef>
              <a:spcAft>
                <a:spcPts val="0"/>
              </a:spcAft>
              <a:buClr>
                <a:schemeClr val="dk2"/>
              </a:buClr>
              <a:buSzPts val="1200"/>
              <a:buChar char="○"/>
            </a:pPr>
            <a:r>
              <a:rPr lang="en" sz="1200">
                <a:solidFill>
                  <a:schemeClr val="dk2"/>
                </a:solidFill>
              </a:rPr>
              <a:t>Model relies on past data</a:t>
            </a:r>
            <a:endParaRPr sz="1200">
              <a:solidFill>
                <a:schemeClr val="dk2"/>
              </a:solidFill>
            </a:endParaRPr>
          </a:p>
          <a:p>
            <a:pPr indent="-304800" lvl="2" marL="1371600" rtl="0" algn="l">
              <a:spcBef>
                <a:spcPts val="0"/>
              </a:spcBef>
              <a:spcAft>
                <a:spcPts val="0"/>
              </a:spcAft>
              <a:buClr>
                <a:schemeClr val="dk2"/>
              </a:buClr>
              <a:buSzPts val="1200"/>
              <a:buChar char="■"/>
            </a:pPr>
            <a:r>
              <a:rPr lang="en" sz="1200">
                <a:solidFill>
                  <a:schemeClr val="dk2"/>
                </a:solidFill>
              </a:rPr>
              <a:t>If a company comes out with a revolutionary product, our model cannot take this into account</a:t>
            </a:r>
            <a:endParaRPr sz="1200">
              <a:solidFill>
                <a:schemeClr val="dk2"/>
              </a:solidFill>
            </a:endParaRPr>
          </a:p>
          <a:p>
            <a:pPr indent="-304800" lvl="1" marL="914400" rtl="0" algn="l">
              <a:spcBef>
                <a:spcPts val="0"/>
              </a:spcBef>
              <a:spcAft>
                <a:spcPts val="0"/>
              </a:spcAft>
              <a:buClr>
                <a:schemeClr val="dk2"/>
              </a:buClr>
              <a:buSzPts val="1200"/>
              <a:buChar char="○"/>
            </a:pPr>
            <a:r>
              <a:rPr lang="en" sz="1200">
                <a:solidFill>
                  <a:schemeClr val="dk2"/>
                </a:solidFill>
              </a:rPr>
              <a:t>Jumps from Federal Reserve adjusting interest rates or 2-for-1 stock splits</a:t>
            </a:r>
            <a:endParaRPr sz="1200">
              <a:solidFill>
                <a:schemeClr val="dk2"/>
              </a:solidFill>
            </a:endParaRPr>
          </a:p>
          <a:p>
            <a:pPr indent="-304800" lvl="2" marL="1371600" rtl="0" algn="l">
              <a:spcBef>
                <a:spcPts val="0"/>
              </a:spcBef>
              <a:spcAft>
                <a:spcPts val="0"/>
              </a:spcAft>
              <a:buClr>
                <a:schemeClr val="dk2"/>
              </a:buClr>
              <a:buSzPts val="1200"/>
              <a:buChar char="■"/>
            </a:pPr>
            <a:r>
              <a:rPr lang="en" sz="1200">
                <a:solidFill>
                  <a:schemeClr val="dk2"/>
                </a:solidFill>
              </a:rPr>
              <a:t>Feedback can help account for these dramatic spikes, as the model relies on prices and not number of stocks</a:t>
            </a:r>
            <a:endParaRPr sz="1200">
              <a:solidFill>
                <a:schemeClr val="dk2"/>
              </a:solidFill>
            </a:endParaRPr>
          </a:p>
        </p:txBody>
      </p:sp>
      <p:pic>
        <p:nvPicPr>
          <p:cNvPr id="549" name="Google Shape;549;p63"/>
          <p:cNvPicPr preferRelativeResize="0"/>
          <p:nvPr/>
        </p:nvPicPr>
        <p:blipFill>
          <a:blip r:embed="rId3">
            <a:alphaModFix/>
          </a:blip>
          <a:stretch>
            <a:fillRect/>
          </a:stretch>
        </p:blipFill>
        <p:spPr>
          <a:xfrm>
            <a:off x="137475" y="3999081"/>
            <a:ext cx="4970325" cy="298044"/>
          </a:xfrm>
          <a:prstGeom prst="rect">
            <a:avLst/>
          </a:prstGeom>
          <a:noFill/>
          <a:ln>
            <a:noFill/>
          </a:ln>
        </p:spPr>
      </p:pic>
      <p:pic>
        <p:nvPicPr>
          <p:cNvPr id="550" name="Google Shape;550;p63"/>
          <p:cNvPicPr preferRelativeResize="0"/>
          <p:nvPr/>
        </p:nvPicPr>
        <p:blipFill>
          <a:blip r:embed="rId4">
            <a:alphaModFix/>
          </a:blip>
          <a:stretch>
            <a:fillRect/>
          </a:stretch>
        </p:blipFill>
        <p:spPr>
          <a:xfrm>
            <a:off x="5838750" y="1017725"/>
            <a:ext cx="2973425" cy="1942125"/>
          </a:xfrm>
          <a:prstGeom prst="rect">
            <a:avLst/>
          </a:prstGeom>
          <a:noFill/>
          <a:ln>
            <a:noFill/>
          </a:ln>
        </p:spPr>
      </p:pic>
      <p:pic>
        <p:nvPicPr>
          <p:cNvPr id="551" name="Google Shape;551;p63"/>
          <p:cNvPicPr preferRelativeResize="0"/>
          <p:nvPr/>
        </p:nvPicPr>
        <p:blipFill>
          <a:blip r:embed="rId5">
            <a:alphaModFix/>
          </a:blip>
          <a:stretch>
            <a:fillRect/>
          </a:stretch>
        </p:blipFill>
        <p:spPr>
          <a:xfrm>
            <a:off x="5222825" y="2997650"/>
            <a:ext cx="3731400" cy="185258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5" name="Shape 555"/>
        <p:cNvGrpSpPr/>
        <p:nvPr/>
      </p:nvGrpSpPr>
      <p:grpSpPr>
        <a:xfrm>
          <a:off x="0" y="0"/>
          <a:ext cx="0" cy="0"/>
          <a:chOff x="0" y="0"/>
          <a:chExt cx="0" cy="0"/>
        </a:xfrm>
      </p:grpSpPr>
      <p:sp>
        <p:nvSpPr>
          <p:cNvPr id="556" name="Google Shape;556;p64"/>
          <p:cNvSpPr txBox="1"/>
          <p:nvPr/>
        </p:nvSpPr>
        <p:spPr>
          <a:xfrm>
            <a:off x="2893100" y="358575"/>
            <a:ext cx="5750100" cy="116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300">
                <a:solidFill>
                  <a:schemeClr val="dk2"/>
                </a:solidFill>
                <a:latin typeface="Montserrat"/>
                <a:ea typeface="Montserrat"/>
                <a:cs typeface="Montserrat"/>
                <a:sym typeface="Montserrat"/>
              </a:rPr>
              <a:t>Future Enhancements</a:t>
            </a:r>
            <a:endParaRPr b="1" sz="2300">
              <a:solidFill>
                <a:schemeClr val="dk2"/>
              </a:solidFill>
              <a:latin typeface="Montserrat"/>
              <a:ea typeface="Montserrat"/>
              <a:cs typeface="Montserrat"/>
              <a:sym typeface="Montserrat"/>
            </a:endParaRPr>
          </a:p>
        </p:txBody>
      </p:sp>
      <p:sp>
        <p:nvSpPr>
          <p:cNvPr id="557" name="Google Shape;557;p64"/>
          <p:cNvSpPr txBox="1"/>
          <p:nvPr/>
        </p:nvSpPr>
        <p:spPr>
          <a:xfrm>
            <a:off x="117225" y="1040425"/>
            <a:ext cx="8777700" cy="36927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2"/>
              </a:buClr>
              <a:buSzPts val="1800"/>
              <a:buFont typeface="Montserrat"/>
              <a:buChar char="●"/>
            </a:pPr>
            <a:r>
              <a:rPr lang="en" sz="1800">
                <a:solidFill>
                  <a:schemeClr val="dk2"/>
                </a:solidFill>
                <a:latin typeface="Montserrat"/>
                <a:ea typeface="Montserrat"/>
                <a:cs typeface="Montserrat"/>
                <a:sym typeface="Montserrat"/>
              </a:rPr>
              <a:t>Real time update feature (part 4)</a:t>
            </a:r>
            <a:endParaRPr sz="1800">
              <a:solidFill>
                <a:schemeClr val="dk2"/>
              </a:solidFill>
              <a:latin typeface="Montserrat"/>
              <a:ea typeface="Montserrat"/>
              <a:cs typeface="Montserrat"/>
              <a:sym typeface="Montserrat"/>
            </a:endParaRPr>
          </a:p>
          <a:p>
            <a:pPr indent="-342900" lvl="0" marL="457200" rtl="0" algn="l">
              <a:spcBef>
                <a:spcPts val="0"/>
              </a:spcBef>
              <a:spcAft>
                <a:spcPts val="0"/>
              </a:spcAft>
              <a:buClr>
                <a:schemeClr val="dk2"/>
              </a:buClr>
              <a:buSzPts val="1800"/>
              <a:buFont typeface="Montserrat"/>
              <a:buChar char="●"/>
            </a:pPr>
            <a:r>
              <a:rPr lang="en" sz="1800">
                <a:solidFill>
                  <a:schemeClr val="dk2"/>
                </a:solidFill>
                <a:latin typeface="Montserrat"/>
                <a:ea typeface="Montserrat"/>
                <a:cs typeface="Montserrat"/>
                <a:sym typeface="Montserrat"/>
              </a:rPr>
              <a:t>Winsorization</a:t>
            </a:r>
            <a:endParaRPr sz="1800">
              <a:solidFill>
                <a:schemeClr val="dk2"/>
              </a:solidFill>
              <a:latin typeface="Montserrat"/>
              <a:ea typeface="Montserrat"/>
              <a:cs typeface="Montserrat"/>
              <a:sym typeface="Montserrat"/>
            </a:endParaRPr>
          </a:p>
          <a:p>
            <a:pPr indent="-342900" lvl="1" marL="914400" rtl="0" algn="l">
              <a:spcBef>
                <a:spcPts val="0"/>
              </a:spcBef>
              <a:spcAft>
                <a:spcPts val="0"/>
              </a:spcAft>
              <a:buClr>
                <a:schemeClr val="dk2"/>
              </a:buClr>
              <a:buSzPts val="1800"/>
              <a:buFont typeface="Montserrat"/>
              <a:buChar char="○"/>
            </a:pPr>
            <a:r>
              <a:rPr lang="en" sz="1800">
                <a:solidFill>
                  <a:schemeClr val="dk2"/>
                </a:solidFill>
                <a:latin typeface="Montserrat"/>
                <a:ea typeface="Montserrat"/>
                <a:cs typeface="Montserrat"/>
                <a:sym typeface="Montserrat"/>
              </a:rPr>
              <a:t>Allows us to refrain from deleting lots of rows</a:t>
            </a:r>
            <a:endParaRPr sz="1800">
              <a:solidFill>
                <a:schemeClr val="dk2"/>
              </a:solidFill>
              <a:latin typeface="Montserrat"/>
              <a:ea typeface="Montserrat"/>
              <a:cs typeface="Montserrat"/>
              <a:sym typeface="Montserrat"/>
            </a:endParaRPr>
          </a:p>
          <a:p>
            <a:pPr indent="-342900" lvl="1" marL="914400" rtl="0" algn="l">
              <a:spcBef>
                <a:spcPts val="0"/>
              </a:spcBef>
              <a:spcAft>
                <a:spcPts val="0"/>
              </a:spcAft>
              <a:buClr>
                <a:schemeClr val="dk2"/>
              </a:buClr>
              <a:buSzPts val="1800"/>
              <a:buFont typeface="Montserrat"/>
              <a:buChar char="○"/>
            </a:pPr>
            <a:r>
              <a:rPr lang="en" sz="1800">
                <a:solidFill>
                  <a:schemeClr val="dk2"/>
                </a:solidFill>
                <a:latin typeface="Montserrat"/>
                <a:ea typeface="Montserrat"/>
                <a:cs typeface="Montserrat"/>
                <a:sym typeface="Montserrat"/>
              </a:rPr>
              <a:t>No skewing but data not removed</a:t>
            </a:r>
            <a:endParaRPr sz="1800">
              <a:solidFill>
                <a:schemeClr val="dk2"/>
              </a:solidFill>
              <a:latin typeface="Montserrat"/>
              <a:ea typeface="Montserrat"/>
              <a:cs typeface="Montserrat"/>
              <a:sym typeface="Montserrat"/>
            </a:endParaRPr>
          </a:p>
          <a:p>
            <a:pPr indent="-342900" lvl="0" marL="457200" rtl="0" algn="l">
              <a:spcBef>
                <a:spcPts val="0"/>
              </a:spcBef>
              <a:spcAft>
                <a:spcPts val="0"/>
              </a:spcAft>
              <a:buClr>
                <a:schemeClr val="dk2"/>
              </a:buClr>
              <a:buSzPts val="1800"/>
              <a:buFont typeface="Montserrat"/>
              <a:buChar char="●"/>
            </a:pPr>
            <a:r>
              <a:rPr lang="en" sz="1800">
                <a:solidFill>
                  <a:schemeClr val="dk2"/>
                </a:solidFill>
                <a:latin typeface="Montserrat"/>
                <a:ea typeface="Montserrat"/>
                <a:cs typeface="Montserrat"/>
                <a:sym typeface="Montserrat"/>
              </a:rPr>
              <a:t>Risk tolerance quiz</a:t>
            </a:r>
            <a:endParaRPr sz="1800">
              <a:solidFill>
                <a:schemeClr val="dk2"/>
              </a:solidFill>
              <a:latin typeface="Montserrat"/>
              <a:ea typeface="Montserrat"/>
              <a:cs typeface="Montserrat"/>
              <a:sym typeface="Montserrat"/>
            </a:endParaRPr>
          </a:p>
          <a:p>
            <a:pPr indent="-342900" lvl="1" marL="914400" rtl="0" algn="l">
              <a:spcBef>
                <a:spcPts val="0"/>
              </a:spcBef>
              <a:spcAft>
                <a:spcPts val="0"/>
              </a:spcAft>
              <a:buClr>
                <a:schemeClr val="dk2"/>
              </a:buClr>
              <a:buSzPts val="1800"/>
              <a:buFont typeface="Montserrat"/>
              <a:buChar char="○"/>
            </a:pPr>
            <a:r>
              <a:rPr lang="en" sz="1800">
                <a:solidFill>
                  <a:schemeClr val="dk2"/>
                </a:solidFill>
                <a:latin typeface="Montserrat"/>
                <a:ea typeface="Montserrat"/>
                <a:cs typeface="Montserrat"/>
                <a:sym typeface="Montserrat"/>
              </a:rPr>
              <a:t>3 question quiz</a:t>
            </a:r>
            <a:endParaRPr sz="1800">
              <a:solidFill>
                <a:schemeClr val="dk2"/>
              </a:solidFill>
              <a:latin typeface="Montserrat"/>
              <a:ea typeface="Montserrat"/>
              <a:cs typeface="Montserrat"/>
              <a:sym typeface="Montserrat"/>
            </a:endParaRPr>
          </a:p>
          <a:p>
            <a:pPr indent="-342900" lvl="1" marL="914400" rtl="0" algn="l">
              <a:spcBef>
                <a:spcPts val="0"/>
              </a:spcBef>
              <a:spcAft>
                <a:spcPts val="0"/>
              </a:spcAft>
              <a:buClr>
                <a:schemeClr val="dk2"/>
              </a:buClr>
              <a:buSzPts val="1800"/>
              <a:buFont typeface="Montserrat"/>
              <a:buChar char="○"/>
            </a:pPr>
            <a:r>
              <a:rPr lang="en" sz="1800">
                <a:solidFill>
                  <a:schemeClr val="dk2"/>
                </a:solidFill>
                <a:latin typeface="Montserrat"/>
                <a:ea typeface="Montserrat"/>
                <a:cs typeface="Montserrat"/>
                <a:sym typeface="Montserrat"/>
              </a:rPr>
              <a:t>Filter clusters</a:t>
            </a:r>
            <a:endParaRPr sz="1800">
              <a:solidFill>
                <a:schemeClr val="dk2"/>
              </a:solidFill>
              <a:latin typeface="Montserrat"/>
              <a:ea typeface="Montserrat"/>
              <a:cs typeface="Montserrat"/>
              <a:sym typeface="Montserrat"/>
            </a:endParaRPr>
          </a:p>
          <a:p>
            <a:pPr indent="0" lvl="0" marL="0" rtl="0" algn="l">
              <a:spcBef>
                <a:spcPts val="0"/>
              </a:spcBef>
              <a:spcAft>
                <a:spcPts val="0"/>
              </a:spcAft>
              <a:buNone/>
            </a:pPr>
            <a:r>
              <a:t/>
            </a:r>
            <a:endParaRPr sz="1800">
              <a:solidFill>
                <a:schemeClr val="dk2"/>
              </a:solidFill>
              <a:latin typeface="Montserrat"/>
              <a:ea typeface="Montserrat"/>
              <a:cs typeface="Montserrat"/>
              <a:sym typeface="Montserrat"/>
            </a:endParaRPr>
          </a:p>
        </p:txBody>
      </p:sp>
      <p:pic>
        <p:nvPicPr>
          <p:cNvPr id="558" name="Google Shape;558;p64"/>
          <p:cNvPicPr preferRelativeResize="0"/>
          <p:nvPr/>
        </p:nvPicPr>
        <p:blipFill>
          <a:blip r:embed="rId3">
            <a:alphaModFix/>
          </a:blip>
          <a:stretch>
            <a:fillRect/>
          </a:stretch>
        </p:blipFill>
        <p:spPr>
          <a:xfrm>
            <a:off x="4603650" y="2430096"/>
            <a:ext cx="3874125" cy="23030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p65"/>
          <p:cNvSpPr txBox="1"/>
          <p:nvPr>
            <p:ph type="title"/>
          </p:nvPr>
        </p:nvSpPr>
        <p:spPr>
          <a:xfrm>
            <a:off x="1122500" y="1073000"/>
            <a:ext cx="6899100" cy="2856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Questions?</a:t>
            </a:r>
            <a:endParaRPr/>
          </a:p>
          <a:p>
            <a:pPr indent="0" lvl="0" marL="0" rtl="0" algn="ctr">
              <a:spcBef>
                <a:spcPts val="0"/>
              </a:spcBef>
              <a:spcAft>
                <a:spcPts val="0"/>
              </a:spcAft>
              <a:buNone/>
            </a:pPr>
            <a:r>
              <a:rPr lang="en"/>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name="Minimalist Business Slides XL by Slidesgo">
  <a:themeElements>
    <a:clrScheme name="Simple Light">
      <a:dk1>
        <a:srgbClr val="000000"/>
      </a:dk1>
      <a:lt1>
        <a:srgbClr val="F5F2EE"/>
      </a:lt1>
      <a:dk2>
        <a:srgbClr val="000000"/>
      </a:dk2>
      <a:lt2>
        <a:srgbClr val="EEEEEE"/>
      </a:lt2>
      <a:accent1>
        <a:srgbClr val="3F3533"/>
      </a:accent1>
      <a:accent2>
        <a:srgbClr val="3F3533"/>
      </a:accent2>
      <a:accent3>
        <a:srgbClr val="3F3533"/>
      </a:accent3>
      <a:accent4>
        <a:srgbClr val="3F3533"/>
      </a:accent4>
      <a:accent5>
        <a:srgbClr val="3F3533"/>
      </a:accent5>
      <a:accent6>
        <a:srgbClr val="3F3533"/>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